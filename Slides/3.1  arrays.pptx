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257" r:id="rId2"/>
    <p:sldId id="323" r:id="rId3"/>
    <p:sldId id="322" r:id="rId4"/>
    <p:sldId id="324" r:id="rId5"/>
    <p:sldId id="325" r:id="rId6"/>
    <p:sldId id="326" r:id="rId7"/>
    <p:sldId id="327" r:id="rId8"/>
    <p:sldId id="328" r:id="rId9"/>
    <p:sldId id="329" r:id="rId10"/>
    <p:sldId id="330" r:id="rId11"/>
    <p:sldId id="333" r:id="rId12"/>
    <p:sldId id="332" r:id="rId13"/>
    <p:sldId id="331" r:id="rId14"/>
    <p:sldId id="335" r:id="rId15"/>
    <p:sldId id="334" r:id="rId16"/>
    <p:sldId id="336" r:id="rId17"/>
    <p:sldId id="338" r:id="rId18"/>
    <p:sldId id="340" r:id="rId19"/>
    <p:sldId id="339" r:id="rId20"/>
    <p:sldId id="341" r:id="rId21"/>
    <p:sldId id="342" r:id="rId22"/>
    <p:sldId id="343" r:id="rId23"/>
    <p:sldId id="344" r:id="rId24"/>
    <p:sldId id="345" r:id="rId25"/>
    <p:sldId id="346" r:id="rId26"/>
    <p:sldId id="347" r:id="rId27"/>
    <p:sldId id="348" r:id="rId28"/>
    <p:sldId id="349" r:id="rId29"/>
    <p:sldId id="350" r:id="rId30"/>
    <p:sldId id="351" r:id="rId31"/>
    <p:sldId id="352" r:id="rId32"/>
    <p:sldId id="353" r:id="rId33"/>
    <p:sldId id="354" r:id="rId34"/>
    <p:sldId id="355" r:id="rId35"/>
    <p:sldId id="356" r:id="rId36"/>
    <p:sldId id="357" r:id="rId37"/>
    <p:sldId id="358" r:id="rId38"/>
    <p:sldId id="359" r:id="rId39"/>
    <p:sldId id="360" r:id="rId40"/>
    <p:sldId id="361" r:id="rId41"/>
    <p:sldId id="362" r:id="rId42"/>
    <p:sldId id="363" r:id="rId43"/>
    <p:sldId id="364" r:id="rId44"/>
    <p:sldId id="365" r:id="rId45"/>
    <p:sldId id="366" r:id="rId46"/>
    <p:sldId id="367" r:id="rId47"/>
    <p:sldId id="368" r:id="rId48"/>
    <p:sldId id="369" r:id="rId49"/>
    <p:sldId id="370" r:id="rId50"/>
    <p:sldId id="371" r:id="rId51"/>
    <p:sldId id="372" r:id="rId52"/>
    <p:sldId id="373" r:id="rId53"/>
    <p:sldId id="374" r:id="rId54"/>
    <p:sldId id="375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5D430B-9103-41AC-9C46-9389768018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C40D0-1BEF-497D-9B7D-1B411C08AC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605A6D-0304-4A79-AA38-5313A5D7B89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AF851F-BDD8-4C9C-85E2-BD54A9BB77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086BB9-C89B-425C-B7CF-B72BC8B77A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73CAE-E154-4F95-B6A2-112072D2D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8092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AD1E4D-481E-4B7F-BF08-34B3E3B8B6B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E04C5-1AD6-4988-801F-A2CA2774D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6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2DDCDBD7-96EA-4F50-A803-9E1B5ADF65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8939C58C-7A32-4947-918F-CEF82CC5A5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903B8912-9F81-41C3-9FBC-3605D30051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E672888-03EF-4C67-A8C8-7633F664C2C8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E04C5-1AD6-4988-801F-A2CA2774D824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3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0324-9583-4931-B301-22FE45197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5CD17-CF46-4C89-93F3-0E01AB19C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B69A7-91FA-4C72-8F87-893FA867E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867AB-E02D-43BA-A5A1-9FDAF6CBA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508AA-1A84-4BA7-BD94-37D3C8F40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632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1D910-D9BF-4208-8BC4-9AC7DB39F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16525-931B-4057-AE91-62FCE36EA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8ED9E-30BE-4DFA-A93D-8900BB599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A37BC-2661-4EB1-968A-49E4A46B7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590E4-67F3-4FE5-A098-2101C739D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6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8AFD3-672C-4BF9-8930-5F44559E2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A1EBB-625D-4773-A80B-F635E0904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28B84-2AB6-4B56-959E-7BC8E6F63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72ACB-6193-404D-ADFA-F4B819419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ABBDD-A0B1-45C4-B75B-76297414E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89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F6069-56B3-4FC6-8EE4-C28CEA210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AF3F5-ECA2-4F70-B814-C8115D265A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2BF04-BCEA-41A7-8A8C-2BCFE56F8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934DB-4059-42F1-86AC-F411773FF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3F1A4-29CE-4385-94AA-77451DE6C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5AEF9-F781-449F-87DA-70B49DD1E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88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B1D2D-3BD3-47B4-AD78-6D25285A2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9DA15-C772-4608-9B44-8BCD7D713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6A88F-93C7-4913-B4EA-C0F984F82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D7CEC7-8CCF-4112-BD7F-1D6A5864BA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B797A5-B9F4-490C-8351-E0CF9F8ABA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8000BE-87D9-45D5-B739-2A268CBB7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09005F-90B1-4BFC-8192-00C58B8F7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B99AE8-AC33-4EF1-849C-0D5CE2723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57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11947-1E8B-4E92-A609-FBD5E84E2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CD9989-0646-446B-ADA1-1618098BA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3BEC44-CD14-440B-BB85-3BE409A74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2AAC0C-7F9F-433C-B73B-DBA81B926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597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961185-5E71-4386-8B21-FCC2FBB8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5FFC38-AC0B-477B-92CB-823D45A61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7B7ED-B011-43A5-81DA-79798E237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22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3D34-D1AA-4E81-88C0-24A9A23B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4C757-37B5-495F-8785-D59FBAA6E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49C64-2140-474C-850C-48C5C2C6E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CE6C3-F24C-45ED-92C5-C694EE2B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A1362-A5D0-4298-9A73-5427D2B2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DC8A6-CA99-4487-A4A3-D6A9CE2F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67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B95E6-F4AF-49CD-A1C9-075A0FA7C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931823-2673-4013-AE1B-BD24C633B3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65020-2446-4902-A6D5-BEF67B64E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36CF2-E592-42BE-92F1-6EA2A88CB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4EA11-76F2-4453-89C9-DD1609168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F59D3-4C3F-4355-A488-E501C9D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76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0C8E-4F9C-4817-898B-0F1BA7BAE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69786-5FD1-45FA-B842-25724B2A3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69C04-49C1-45EA-BE6B-5A6922DA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3588E-C084-4B96-ACA7-1F9197215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EBEC1-516C-4124-8DDA-CA2E1AC6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49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889BD9-B30F-4C26-BCA4-83A0B04727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7142A-C50D-46EC-85FF-B0CAD94AE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B10D6-0E33-4FC7-849D-A4209857A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40316-D7EC-4FC9-8D29-690B81F91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3A542-BEAC-4AAE-A646-2B9F19D11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49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E89E64-E808-411E-B8B8-5139C250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06DA0-C6FC-48D4-9DFC-223B660F4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EDA12-10E7-47B9-AA62-46B2A4A8C9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B982-085A-4015-80CE-A2346F6967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3E3C1-5F85-443D-9CDD-0C6B8108F3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CD8B9-DB2A-4218-B14B-14F5AE96B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FE1FB9-FDF9-4AC9-ABFA-D027DF39DF3D}"/>
              </a:ext>
            </a:extLst>
          </p:cNvPr>
          <p:cNvSpPr/>
          <p:nvPr userDrawn="1"/>
        </p:nvSpPr>
        <p:spPr>
          <a:xfrm>
            <a:off x="0" y="6547876"/>
            <a:ext cx="12192000" cy="319088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D72819-C542-48BA-9CFB-AEEEC59CB872}"/>
              </a:ext>
            </a:extLst>
          </p:cNvPr>
          <p:cNvSpPr txBox="1"/>
          <p:nvPr userDrawn="1"/>
        </p:nvSpPr>
        <p:spPr>
          <a:xfrm>
            <a:off x="10085293" y="6538912"/>
            <a:ext cx="21067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By: Dr. Mudassar Raza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9C1A7F-191D-49CE-8BD1-83C425E9F6D3}"/>
              </a:ext>
            </a:extLst>
          </p:cNvPr>
          <p:cNvSpPr/>
          <p:nvPr userDrawn="1"/>
        </p:nvSpPr>
        <p:spPr>
          <a:xfrm>
            <a:off x="0" y="0"/>
            <a:ext cx="12192000" cy="70788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25420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7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92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EEF706-333D-4DF6-9A94-C7C18B3D4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749" y="893700"/>
            <a:ext cx="4023360" cy="1373747"/>
          </a:xfrm>
        </p:spPr>
        <p:txBody>
          <a:bodyPr anchor="b">
            <a:normAutofit fontScale="90000"/>
          </a:bodyPr>
          <a:lstStyle/>
          <a:p>
            <a:pPr algn="l" eaLnBrk="1" hangingPunct="1">
              <a:defRPr/>
            </a:pP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C7D151-7439-41F2-9610-544F3CB8A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169" y="4715043"/>
            <a:ext cx="4023359" cy="1464106"/>
          </a:xfrm>
        </p:spPr>
        <p:txBody>
          <a:bodyPr>
            <a:normAutofit fontScale="92500" lnSpcReduction="20000"/>
          </a:bodyPr>
          <a:lstStyle/>
          <a:p>
            <a:pPr algn="l"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l"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Mudassar Raza</a:t>
            </a:r>
          </a:p>
          <a:p>
            <a:pPr algn="l"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</a:t>
            </a:r>
          </a:p>
          <a:p>
            <a:pPr algn="l"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</a:p>
          <a:p>
            <a:pPr algn="l"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Namal University Mianwali</a:t>
            </a:r>
          </a:p>
          <a:p>
            <a:pPr algn="l" eaLnBrk="1" hangingPunct="1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3A56F92-5290-4838-9496-0B9D25C039EF}"/>
              </a:ext>
            </a:extLst>
          </p:cNvPr>
          <p:cNvSpPr txBox="1">
            <a:spLocks/>
          </p:cNvSpPr>
          <p:nvPr/>
        </p:nvSpPr>
        <p:spPr bwMode="auto">
          <a:xfrm>
            <a:off x="458169" y="2716047"/>
            <a:ext cx="3932046" cy="2086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Todays Lecture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77C3F7-A166-4E0C-BD59-59784DD38244}"/>
              </a:ext>
            </a:extLst>
          </p:cNvPr>
          <p:cNvSpPr txBox="1"/>
          <p:nvPr/>
        </p:nvSpPr>
        <p:spPr>
          <a:xfrm>
            <a:off x="514350" y="933450"/>
            <a:ext cx="14936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Arrays</a:t>
            </a:r>
          </a:p>
        </p:txBody>
      </p:sp>
    </p:spTree>
    <p:extLst>
      <p:ext uri="{BB962C8B-B14F-4D97-AF65-F5344CB8AC3E}">
        <p14:creationId xmlns:p14="http://schemas.microsoft.com/office/powerpoint/2010/main" val="858333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77C3F7-A166-4E0C-BD59-59784DD38244}"/>
              </a:ext>
            </a:extLst>
          </p:cNvPr>
          <p:cNvSpPr txBox="1"/>
          <p:nvPr/>
        </p:nvSpPr>
        <p:spPr>
          <a:xfrm>
            <a:off x="210318" y="1533525"/>
            <a:ext cx="1097649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A list of items, all having the same data type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These elements are called array elements.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Array can either be of integers, characters or float data type.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Array is basically a derived data type stores similar data in contiguous memory positions.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These contiguous locations are accessed by using single name that represents the array.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660B1A-9718-410C-AADA-2175831DE969}"/>
              </a:ext>
            </a:extLst>
          </p:cNvPr>
          <p:cNvSpPr/>
          <p:nvPr/>
        </p:nvSpPr>
        <p:spPr>
          <a:xfrm>
            <a:off x="210318" y="812214"/>
            <a:ext cx="20859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Arrays (Lists)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331085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77C3F7-A166-4E0C-BD59-59784DD38244}"/>
              </a:ext>
            </a:extLst>
          </p:cNvPr>
          <p:cNvSpPr txBox="1"/>
          <p:nvPr/>
        </p:nvSpPr>
        <p:spPr>
          <a:xfrm>
            <a:off x="210318" y="1533525"/>
            <a:ext cx="109764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There are major two sorts of arrays: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Single-dimension array.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 Multiple-dimension array.</a:t>
            </a:r>
            <a:r>
              <a:rPr lang="en-US" sz="4000" dirty="0"/>
              <a:t> </a:t>
            </a:r>
            <a:endParaRPr lang="en-US" sz="5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660B1A-9718-410C-AADA-2175831DE969}"/>
              </a:ext>
            </a:extLst>
          </p:cNvPr>
          <p:cNvSpPr/>
          <p:nvPr/>
        </p:nvSpPr>
        <p:spPr>
          <a:xfrm>
            <a:off x="210318" y="812214"/>
            <a:ext cx="20859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Arrays (Lists)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101972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ADF62B-BC9D-4F6B-9A2E-B4CAA314D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8" y="1031289"/>
            <a:ext cx="3524250" cy="400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C99EDB-00E0-4666-85AA-72F15D39A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62" y="1530936"/>
            <a:ext cx="9324975" cy="1990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BBDEDC-7C45-4FC3-8E6B-9C453B6EE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" y="3592236"/>
            <a:ext cx="11544300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58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ADF62B-BC9D-4F6B-9A2E-B4CAA314D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8" y="1031289"/>
            <a:ext cx="3524250" cy="400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AFCF09-3FFC-438F-A98A-CF2F549DA51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3362" y="1754742"/>
            <a:ext cx="2166938" cy="87630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D46ED8E-EF7A-4F12-8DA1-B3E245642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3700" y="2164541"/>
            <a:ext cx="74676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96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ADF62B-BC9D-4F6B-9A2E-B4CAA314D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8" y="1031289"/>
            <a:ext cx="3524250" cy="400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AFCF09-3FFC-438F-A98A-CF2F549DA51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3362" y="1754742"/>
            <a:ext cx="2166938" cy="87630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7B090A-51AF-41A0-BAE2-E294D7C80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9900" y="2259568"/>
            <a:ext cx="7391400" cy="274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FB9F33-0D54-49BD-97A1-8A429FF5D8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118" y="5091112"/>
            <a:ext cx="11734800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439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ADF62B-BC9D-4F6B-9A2E-B4CAA314D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8" y="1031289"/>
            <a:ext cx="3524250" cy="400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AFCF09-3FFC-438F-A98A-CF2F549DA51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3362" y="1754742"/>
            <a:ext cx="2166938" cy="87630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4BD3594-EA7B-4BB1-97C3-FB0342B335CF}"/>
              </a:ext>
            </a:extLst>
          </p:cNvPr>
          <p:cNvSpPr/>
          <p:nvPr/>
        </p:nvSpPr>
        <p:spPr>
          <a:xfrm>
            <a:off x="2762248" y="1560075"/>
            <a:ext cx="86582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For example, if we want to insert 5 at location number 4, the following statement can be written.</a:t>
            </a: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AC7C6B-D1F2-4A2B-8F84-689A802BF8B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943475" y="2517190"/>
            <a:ext cx="1466850" cy="5143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F1806A-B42C-4E3A-AF2F-A91D26AA57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4550" y="3243261"/>
            <a:ext cx="741045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5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ADF62B-BC9D-4F6B-9A2E-B4CAA314D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8" y="1031289"/>
            <a:ext cx="3524250" cy="400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AFCF09-3FFC-438F-A98A-CF2F549DA51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3362" y="1754742"/>
            <a:ext cx="2166938" cy="87630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0536C6-9C86-447D-B1EE-B7912069D97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748212" y="1731375"/>
            <a:ext cx="1938338" cy="128849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B279E6-9EC2-4A79-BA35-CB255D363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3347593"/>
            <a:ext cx="760095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64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4F41AD-55DE-47EF-A1E3-399D7AD3A2B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707886"/>
            <a:ext cx="6267450" cy="58738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449053-62F5-4C88-B352-3C389B5A308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67450" y="5333999"/>
            <a:ext cx="2000250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173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4F41AD-55DE-47EF-A1E3-399D7AD3A2B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707886"/>
            <a:ext cx="6267450" cy="58738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449053-62F5-4C88-B352-3C389B5A308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67450" y="5333999"/>
            <a:ext cx="2000250" cy="1247775"/>
          </a:xfrm>
          <a:prstGeom prst="rect">
            <a:avLst/>
          </a:prstGeom>
        </p:spPr>
      </p:pic>
      <p:grpSp>
        <p:nvGrpSpPr>
          <p:cNvPr id="12" name="Canvas 621">
            <a:extLst>
              <a:ext uri="{FF2B5EF4-FFF2-40B4-BE49-F238E27FC236}">
                <a16:creationId xmlns:a16="http://schemas.microsoft.com/office/drawing/2014/main" id="{55991BBA-EFE3-4034-9543-B5E3DCCFABDB}"/>
              </a:ext>
            </a:extLst>
          </p:cNvPr>
          <p:cNvGrpSpPr/>
          <p:nvPr/>
        </p:nvGrpSpPr>
        <p:grpSpPr>
          <a:xfrm>
            <a:off x="6864031" y="1873885"/>
            <a:ext cx="4794569" cy="1659890"/>
            <a:chOff x="0" y="0"/>
            <a:chExt cx="3779324" cy="155511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80D9FB-44E4-439D-95BA-2B17A0F3A2EC}"/>
                </a:ext>
              </a:extLst>
            </p:cNvPr>
            <p:cNvSpPr/>
            <p:nvPr/>
          </p:nvSpPr>
          <p:spPr>
            <a:xfrm>
              <a:off x="0" y="0"/>
              <a:ext cx="3778885" cy="1555115"/>
            </a:xfrm>
            <a:prstGeom prst="rect">
              <a:avLst/>
            </a:prstGeom>
          </p:spPr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A7990BA-F350-49C4-8200-314A49E6FE6D}"/>
                </a:ext>
              </a:extLst>
            </p:cNvPr>
            <p:cNvSpPr/>
            <p:nvPr/>
          </p:nvSpPr>
          <p:spPr>
            <a:xfrm>
              <a:off x="397949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D477877-065C-4B72-B4D8-8B4636E1D73A}"/>
                </a:ext>
              </a:extLst>
            </p:cNvPr>
            <p:cNvSpPr/>
            <p:nvPr/>
          </p:nvSpPr>
          <p:spPr>
            <a:xfrm>
              <a:off x="807524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EF78763-FC70-477C-8339-6D04E8A7EEED}"/>
                </a:ext>
              </a:extLst>
            </p:cNvPr>
            <p:cNvSpPr/>
            <p:nvPr/>
          </p:nvSpPr>
          <p:spPr>
            <a:xfrm>
              <a:off x="1217099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A0C24A2-9DA6-4594-98EE-8077D6DAB483}"/>
                </a:ext>
              </a:extLst>
            </p:cNvPr>
            <p:cNvSpPr/>
            <p:nvPr/>
          </p:nvSpPr>
          <p:spPr>
            <a:xfrm>
              <a:off x="1626674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1200" b="1" dirty="0">
                <a:effectLst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D645114-A05C-430E-85C1-E7A38851A65C}"/>
                </a:ext>
              </a:extLst>
            </p:cNvPr>
            <p:cNvSpPr/>
            <p:nvPr/>
          </p:nvSpPr>
          <p:spPr>
            <a:xfrm>
              <a:off x="2036249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3224079-75EF-4E09-B834-C257022F249E}"/>
                </a:ext>
              </a:extLst>
            </p:cNvPr>
            <p:cNvSpPr/>
            <p:nvPr/>
          </p:nvSpPr>
          <p:spPr>
            <a:xfrm>
              <a:off x="2445824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34DB1A2-8997-4D85-9339-D1EF6568724D}"/>
                </a:ext>
              </a:extLst>
            </p:cNvPr>
            <p:cNvSpPr/>
            <p:nvPr/>
          </p:nvSpPr>
          <p:spPr>
            <a:xfrm>
              <a:off x="2855399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1200" b="1" dirty="0">
                <a:effectLst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1C59532-966F-4B41-B85C-A476C8F1D145}"/>
                </a:ext>
              </a:extLst>
            </p:cNvPr>
            <p:cNvSpPr/>
            <p:nvPr/>
          </p:nvSpPr>
          <p:spPr>
            <a:xfrm>
              <a:off x="3264974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22" name="Text Box 588">
              <a:extLst>
                <a:ext uri="{FF2B5EF4-FFF2-40B4-BE49-F238E27FC236}">
                  <a16:creationId xmlns:a16="http://schemas.microsoft.com/office/drawing/2014/main" id="{1C524E89-B618-4573-B037-A4144BACCE7E}"/>
                </a:ext>
              </a:extLst>
            </p:cNvPr>
            <p:cNvSpPr txBox="1"/>
            <p:nvPr/>
          </p:nvSpPr>
          <p:spPr>
            <a:xfrm>
              <a:off x="35999" y="62389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 Box 589">
              <a:extLst>
                <a:ext uri="{FF2B5EF4-FFF2-40B4-BE49-F238E27FC236}">
                  <a16:creationId xmlns:a16="http://schemas.microsoft.com/office/drawing/2014/main" id="{B0143F40-C64D-45A8-BD0F-6E03B5B03222}"/>
                </a:ext>
              </a:extLst>
            </p:cNvPr>
            <p:cNvSpPr txBox="1"/>
            <p:nvPr/>
          </p:nvSpPr>
          <p:spPr>
            <a:xfrm>
              <a:off x="483674" y="957267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0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 Box 590">
              <a:extLst>
                <a:ext uri="{FF2B5EF4-FFF2-40B4-BE49-F238E27FC236}">
                  <a16:creationId xmlns:a16="http://schemas.microsoft.com/office/drawing/2014/main" id="{7AA26842-EE2D-422C-BC03-4379791D587A}"/>
                </a:ext>
              </a:extLst>
            </p:cNvPr>
            <p:cNvSpPr txBox="1"/>
            <p:nvPr/>
          </p:nvSpPr>
          <p:spPr>
            <a:xfrm>
              <a:off x="883724" y="976317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1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 Box 591">
              <a:extLst>
                <a:ext uri="{FF2B5EF4-FFF2-40B4-BE49-F238E27FC236}">
                  <a16:creationId xmlns:a16="http://schemas.microsoft.com/office/drawing/2014/main" id="{E9FEFEC4-C7CF-4F7B-9D0F-38BA890681E8}"/>
                </a:ext>
              </a:extLst>
            </p:cNvPr>
            <p:cNvSpPr txBox="1"/>
            <p:nvPr/>
          </p:nvSpPr>
          <p:spPr>
            <a:xfrm>
              <a:off x="1321874" y="98584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2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 Box 592">
              <a:extLst>
                <a:ext uri="{FF2B5EF4-FFF2-40B4-BE49-F238E27FC236}">
                  <a16:creationId xmlns:a16="http://schemas.microsoft.com/office/drawing/2014/main" id="{3E28A8E8-F1C0-454C-9D9B-0E29660F34C5}"/>
                </a:ext>
              </a:extLst>
            </p:cNvPr>
            <p:cNvSpPr txBox="1"/>
            <p:nvPr/>
          </p:nvSpPr>
          <p:spPr>
            <a:xfrm>
              <a:off x="1712399" y="98584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3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 Box 593">
              <a:extLst>
                <a:ext uri="{FF2B5EF4-FFF2-40B4-BE49-F238E27FC236}">
                  <a16:creationId xmlns:a16="http://schemas.microsoft.com/office/drawing/2014/main" id="{3E8DE032-DC8C-46E8-9DA3-F4F65922C5A0}"/>
                </a:ext>
              </a:extLst>
            </p:cNvPr>
            <p:cNvSpPr txBox="1"/>
            <p:nvPr/>
          </p:nvSpPr>
          <p:spPr>
            <a:xfrm>
              <a:off x="2131499" y="100489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4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 Box 594">
              <a:extLst>
                <a:ext uri="{FF2B5EF4-FFF2-40B4-BE49-F238E27FC236}">
                  <a16:creationId xmlns:a16="http://schemas.microsoft.com/office/drawing/2014/main" id="{C5E03918-2FD0-491B-9C2B-4FADB54A83F3}"/>
                </a:ext>
              </a:extLst>
            </p:cNvPr>
            <p:cNvSpPr txBox="1"/>
            <p:nvPr/>
          </p:nvSpPr>
          <p:spPr>
            <a:xfrm>
              <a:off x="2550599" y="100489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5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ext Box 595">
              <a:extLst>
                <a:ext uri="{FF2B5EF4-FFF2-40B4-BE49-F238E27FC236}">
                  <a16:creationId xmlns:a16="http://schemas.microsoft.com/office/drawing/2014/main" id="{487EAAE9-3FF3-4E41-B59C-781D4F0B0121}"/>
                </a:ext>
              </a:extLst>
            </p:cNvPr>
            <p:cNvSpPr txBox="1"/>
            <p:nvPr/>
          </p:nvSpPr>
          <p:spPr>
            <a:xfrm>
              <a:off x="2960174" y="1014417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6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 Box 596">
              <a:extLst>
                <a:ext uri="{FF2B5EF4-FFF2-40B4-BE49-F238E27FC236}">
                  <a16:creationId xmlns:a16="http://schemas.microsoft.com/office/drawing/2014/main" id="{BA5D2384-510D-4A17-91E2-5D33A801099D}"/>
                </a:ext>
              </a:extLst>
            </p:cNvPr>
            <p:cNvSpPr txBox="1"/>
            <p:nvPr/>
          </p:nvSpPr>
          <p:spPr>
            <a:xfrm>
              <a:off x="3331649" y="100489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7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ight Brace 30">
              <a:extLst>
                <a:ext uri="{FF2B5EF4-FFF2-40B4-BE49-F238E27FC236}">
                  <a16:creationId xmlns:a16="http://schemas.microsoft.com/office/drawing/2014/main" id="{D4F5BB3C-4E96-48D6-9370-F69587A16142}"/>
                </a:ext>
              </a:extLst>
            </p:cNvPr>
            <p:cNvSpPr/>
            <p:nvPr/>
          </p:nvSpPr>
          <p:spPr>
            <a:xfrm rot="16200000">
              <a:off x="450336" y="252417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2" name="Right Brace 31">
              <a:extLst>
                <a:ext uri="{FF2B5EF4-FFF2-40B4-BE49-F238E27FC236}">
                  <a16:creationId xmlns:a16="http://schemas.microsoft.com/office/drawing/2014/main" id="{8F3E7DB9-DAD6-4D38-9AC9-9A0958C3ED11}"/>
                </a:ext>
              </a:extLst>
            </p:cNvPr>
            <p:cNvSpPr/>
            <p:nvPr/>
          </p:nvSpPr>
          <p:spPr>
            <a:xfrm rot="16200000">
              <a:off x="850387" y="252416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3" name="Right Brace 32">
              <a:extLst>
                <a:ext uri="{FF2B5EF4-FFF2-40B4-BE49-F238E27FC236}">
                  <a16:creationId xmlns:a16="http://schemas.microsoft.com/office/drawing/2014/main" id="{A0F138B8-E16B-436B-9570-4DFFCFC06E06}"/>
                </a:ext>
              </a:extLst>
            </p:cNvPr>
            <p:cNvSpPr/>
            <p:nvPr/>
          </p:nvSpPr>
          <p:spPr>
            <a:xfrm rot="16200000">
              <a:off x="1269487" y="252417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4" name="Right Brace 33">
              <a:extLst>
                <a:ext uri="{FF2B5EF4-FFF2-40B4-BE49-F238E27FC236}">
                  <a16:creationId xmlns:a16="http://schemas.microsoft.com/office/drawing/2014/main" id="{778912AD-DB6F-4F38-B967-5D13AE408AAE}"/>
                </a:ext>
              </a:extLst>
            </p:cNvPr>
            <p:cNvSpPr/>
            <p:nvPr/>
          </p:nvSpPr>
          <p:spPr>
            <a:xfrm rot="16200000">
              <a:off x="1679062" y="271467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5" name="Right Brace 34">
              <a:extLst>
                <a:ext uri="{FF2B5EF4-FFF2-40B4-BE49-F238E27FC236}">
                  <a16:creationId xmlns:a16="http://schemas.microsoft.com/office/drawing/2014/main" id="{9EDE7F8B-8DDB-4882-9830-AB199C246D77}"/>
                </a:ext>
              </a:extLst>
            </p:cNvPr>
            <p:cNvSpPr/>
            <p:nvPr/>
          </p:nvSpPr>
          <p:spPr>
            <a:xfrm rot="16200000">
              <a:off x="2069588" y="271466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6" name="Right Brace 35">
              <a:extLst>
                <a:ext uri="{FF2B5EF4-FFF2-40B4-BE49-F238E27FC236}">
                  <a16:creationId xmlns:a16="http://schemas.microsoft.com/office/drawing/2014/main" id="{EECDEC01-AD4C-48A0-A46A-189A3C71A681}"/>
                </a:ext>
              </a:extLst>
            </p:cNvPr>
            <p:cNvSpPr/>
            <p:nvPr/>
          </p:nvSpPr>
          <p:spPr>
            <a:xfrm rot="16200000">
              <a:off x="2498212" y="271466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7" name="Right Brace 36">
              <a:extLst>
                <a:ext uri="{FF2B5EF4-FFF2-40B4-BE49-F238E27FC236}">
                  <a16:creationId xmlns:a16="http://schemas.microsoft.com/office/drawing/2014/main" id="{4C593AEF-1CD8-43ED-A803-67BEAB45692B}"/>
                </a:ext>
              </a:extLst>
            </p:cNvPr>
            <p:cNvSpPr/>
            <p:nvPr/>
          </p:nvSpPr>
          <p:spPr>
            <a:xfrm rot="16200000">
              <a:off x="2907787" y="271466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8" name="Right Brace 37">
              <a:extLst>
                <a:ext uri="{FF2B5EF4-FFF2-40B4-BE49-F238E27FC236}">
                  <a16:creationId xmlns:a16="http://schemas.microsoft.com/office/drawing/2014/main" id="{D2AEFDF6-AE61-4BF6-82D5-BFE2C9C90B2C}"/>
                </a:ext>
              </a:extLst>
            </p:cNvPr>
            <p:cNvSpPr/>
            <p:nvPr/>
          </p:nvSpPr>
          <p:spPr>
            <a:xfrm rot="16200000">
              <a:off x="3317362" y="271465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9" name="Text Box 605">
              <a:extLst>
                <a:ext uri="{FF2B5EF4-FFF2-40B4-BE49-F238E27FC236}">
                  <a16:creationId xmlns:a16="http://schemas.microsoft.com/office/drawing/2014/main" id="{5CB1E6EC-DC1B-4532-80D3-61807618B037}"/>
                </a:ext>
              </a:extLst>
            </p:cNvPr>
            <p:cNvSpPr txBox="1"/>
            <p:nvPr/>
          </p:nvSpPr>
          <p:spPr>
            <a:xfrm>
              <a:off x="407474" y="0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 Box 606">
              <a:extLst>
                <a:ext uri="{FF2B5EF4-FFF2-40B4-BE49-F238E27FC236}">
                  <a16:creationId xmlns:a16="http://schemas.microsoft.com/office/drawing/2014/main" id="{F62D4D40-32CC-4534-A6BB-58A158510F86}"/>
                </a:ext>
              </a:extLst>
            </p:cNvPr>
            <p:cNvSpPr txBox="1"/>
            <p:nvPr/>
          </p:nvSpPr>
          <p:spPr>
            <a:xfrm>
              <a:off x="807524" y="0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Text Box 607">
              <a:extLst>
                <a:ext uri="{FF2B5EF4-FFF2-40B4-BE49-F238E27FC236}">
                  <a16:creationId xmlns:a16="http://schemas.microsoft.com/office/drawing/2014/main" id="{B5FB62EA-8403-436B-883A-2BC192146D3C}"/>
                </a:ext>
              </a:extLst>
            </p:cNvPr>
            <p:cNvSpPr txBox="1"/>
            <p:nvPr/>
          </p:nvSpPr>
          <p:spPr>
            <a:xfrm>
              <a:off x="1264724" y="0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Text Box 608">
              <a:extLst>
                <a:ext uri="{FF2B5EF4-FFF2-40B4-BE49-F238E27FC236}">
                  <a16:creationId xmlns:a16="http://schemas.microsoft.com/office/drawing/2014/main" id="{4D91CBDB-9F7C-46B7-BCC7-8C1AAEF604A8}"/>
                </a:ext>
              </a:extLst>
            </p:cNvPr>
            <p:cNvSpPr txBox="1"/>
            <p:nvPr/>
          </p:nvSpPr>
          <p:spPr>
            <a:xfrm>
              <a:off x="1645725" y="9529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Text Box 609">
              <a:extLst>
                <a:ext uri="{FF2B5EF4-FFF2-40B4-BE49-F238E27FC236}">
                  <a16:creationId xmlns:a16="http://schemas.microsoft.com/office/drawing/2014/main" id="{EB736D33-EE2C-408C-97FA-FFF61AB1C61A}"/>
                </a:ext>
              </a:extLst>
            </p:cNvPr>
            <p:cNvSpPr txBox="1"/>
            <p:nvPr/>
          </p:nvSpPr>
          <p:spPr>
            <a:xfrm>
              <a:off x="2036249" y="0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Text Box 610">
              <a:extLst>
                <a:ext uri="{FF2B5EF4-FFF2-40B4-BE49-F238E27FC236}">
                  <a16:creationId xmlns:a16="http://schemas.microsoft.com/office/drawing/2014/main" id="{EF07B2B1-6FCE-4DF0-8469-064DD846612E}"/>
                </a:ext>
              </a:extLst>
            </p:cNvPr>
            <p:cNvSpPr txBox="1"/>
            <p:nvPr/>
          </p:nvSpPr>
          <p:spPr>
            <a:xfrm>
              <a:off x="2464875" y="4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Text Box 611">
              <a:extLst>
                <a:ext uri="{FF2B5EF4-FFF2-40B4-BE49-F238E27FC236}">
                  <a16:creationId xmlns:a16="http://schemas.microsoft.com/office/drawing/2014/main" id="{21DE9EF0-674B-4F27-86AE-D4A668CA46F0}"/>
                </a:ext>
              </a:extLst>
            </p:cNvPr>
            <p:cNvSpPr txBox="1"/>
            <p:nvPr/>
          </p:nvSpPr>
          <p:spPr>
            <a:xfrm>
              <a:off x="2855399" y="9529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Text Box 612">
              <a:extLst>
                <a:ext uri="{FF2B5EF4-FFF2-40B4-BE49-F238E27FC236}">
                  <a16:creationId xmlns:a16="http://schemas.microsoft.com/office/drawing/2014/main" id="{F5D669D8-8F72-419B-B6F7-A6FFD2E49085}"/>
                </a:ext>
              </a:extLst>
            </p:cNvPr>
            <p:cNvSpPr txBox="1"/>
            <p:nvPr/>
          </p:nvSpPr>
          <p:spPr>
            <a:xfrm>
              <a:off x="3264974" y="9529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 Box 613">
              <a:extLst>
                <a:ext uri="{FF2B5EF4-FFF2-40B4-BE49-F238E27FC236}">
                  <a16:creationId xmlns:a16="http://schemas.microsoft.com/office/drawing/2014/main" id="{7483F4D1-F558-4E60-BDAC-22A374704C72}"/>
                </a:ext>
              </a:extLst>
            </p:cNvPr>
            <p:cNvSpPr txBox="1"/>
            <p:nvPr/>
          </p:nvSpPr>
          <p:spPr>
            <a:xfrm>
              <a:off x="376691" y="1166817"/>
              <a:ext cx="609599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Arr[0]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Text Box 614">
              <a:extLst>
                <a:ext uri="{FF2B5EF4-FFF2-40B4-BE49-F238E27FC236}">
                  <a16:creationId xmlns:a16="http://schemas.microsoft.com/office/drawing/2014/main" id="{2B04619D-8D83-4DA9-9231-AE2BBDAFA91C}"/>
                </a:ext>
              </a:extLst>
            </p:cNvPr>
            <p:cNvSpPr txBox="1"/>
            <p:nvPr/>
          </p:nvSpPr>
          <p:spPr>
            <a:xfrm>
              <a:off x="824366" y="1157292"/>
              <a:ext cx="609599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Arr[1]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 Box 484">
              <a:extLst>
                <a:ext uri="{FF2B5EF4-FFF2-40B4-BE49-F238E27FC236}">
                  <a16:creationId xmlns:a16="http://schemas.microsoft.com/office/drawing/2014/main" id="{9BFD9432-99BE-4B59-BB7D-F8862FCE859C}"/>
                </a:ext>
              </a:extLst>
            </p:cNvPr>
            <p:cNvSpPr txBox="1"/>
            <p:nvPr/>
          </p:nvSpPr>
          <p:spPr>
            <a:xfrm>
              <a:off x="1188525" y="1166817"/>
              <a:ext cx="6089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Arr[2]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Text Box 484">
              <a:extLst>
                <a:ext uri="{FF2B5EF4-FFF2-40B4-BE49-F238E27FC236}">
                  <a16:creationId xmlns:a16="http://schemas.microsoft.com/office/drawing/2014/main" id="{8B966A4C-0D44-4C3E-B42A-A555ACA18E0A}"/>
                </a:ext>
              </a:extLst>
            </p:cNvPr>
            <p:cNvSpPr txBox="1"/>
            <p:nvPr/>
          </p:nvSpPr>
          <p:spPr>
            <a:xfrm>
              <a:off x="1626463" y="1157292"/>
              <a:ext cx="6089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Arr[3]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Text Box 484">
              <a:extLst>
                <a:ext uri="{FF2B5EF4-FFF2-40B4-BE49-F238E27FC236}">
                  <a16:creationId xmlns:a16="http://schemas.microsoft.com/office/drawing/2014/main" id="{03DAEF83-002D-48E9-8ED2-4ACDEB08B566}"/>
                </a:ext>
              </a:extLst>
            </p:cNvPr>
            <p:cNvSpPr txBox="1"/>
            <p:nvPr/>
          </p:nvSpPr>
          <p:spPr>
            <a:xfrm>
              <a:off x="2016988" y="1176342"/>
              <a:ext cx="6089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Arr[4]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 Box 484">
              <a:extLst>
                <a:ext uri="{FF2B5EF4-FFF2-40B4-BE49-F238E27FC236}">
                  <a16:creationId xmlns:a16="http://schemas.microsoft.com/office/drawing/2014/main" id="{5C6B2F32-57E6-48F9-95DA-5F1833B1E767}"/>
                </a:ext>
              </a:extLst>
            </p:cNvPr>
            <p:cNvSpPr txBox="1"/>
            <p:nvPr/>
          </p:nvSpPr>
          <p:spPr>
            <a:xfrm>
              <a:off x="2874095" y="1185867"/>
              <a:ext cx="6089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Arr[6]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 Box 484">
              <a:extLst>
                <a:ext uri="{FF2B5EF4-FFF2-40B4-BE49-F238E27FC236}">
                  <a16:creationId xmlns:a16="http://schemas.microsoft.com/office/drawing/2014/main" id="{96332A35-A5D8-4FF7-9C7D-6106B8370009}"/>
                </a:ext>
              </a:extLst>
            </p:cNvPr>
            <p:cNvSpPr txBox="1"/>
            <p:nvPr/>
          </p:nvSpPr>
          <p:spPr>
            <a:xfrm>
              <a:off x="2419350" y="1195392"/>
              <a:ext cx="6089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Arr[5]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Text Box 484">
              <a:extLst>
                <a:ext uri="{FF2B5EF4-FFF2-40B4-BE49-F238E27FC236}">
                  <a16:creationId xmlns:a16="http://schemas.microsoft.com/office/drawing/2014/main" id="{5970BB1D-4067-491C-B68C-DF6DB0256EB9}"/>
                </a:ext>
              </a:extLst>
            </p:cNvPr>
            <p:cNvSpPr txBox="1"/>
            <p:nvPr/>
          </p:nvSpPr>
          <p:spPr>
            <a:xfrm>
              <a:off x="3284220" y="1166817"/>
              <a:ext cx="4946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Arr[7]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5F3E3013-CB8B-426D-A187-D329566CC3CA}"/>
              </a:ext>
            </a:extLst>
          </p:cNvPr>
          <p:cNvSpPr/>
          <p:nvPr/>
        </p:nvSpPr>
        <p:spPr>
          <a:xfrm>
            <a:off x="970558" y="2739126"/>
            <a:ext cx="4648200" cy="33337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59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4F41AD-55DE-47EF-A1E3-399D7AD3A2B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707886"/>
            <a:ext cx="6267450" cy="58738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449053-62F5-4C88-B352-3C389B5A308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67450" y="5333999"/>
            <a:ext cx="2000250" cy="1247775"/>
          </a:xfrm>
          <a:prstGeom prst="rect">
            <a:avLst/>
          </a:prstGeom>
        </p:spPr>
      </p:pic>
      <p:grpSp>
        <p:nvGrpSpPr>
          <p:cNvPr id="12" name="Canvas 621">
            <a:extLst>
              <a:ext uri="{FF2B5EF4-FFF2-40B4-BE49-F238E27FC236}">
                <a16:creationId xmlns:a16="http://schemas.microsoft.com/office/drawing/2014/main" id="{55991BBA-EFE3-4034-9543-B5E3DCCFABDB}"/>
              </a:ext>
            </a:extLst>
          </p:cNvPr>
          <p:cNvGrpSpPr/>
          <p:nvPr/>
        </p:nvGrpSpPr>
        <p:grpSpPr>
          <a:xfrm>
            <a:off x="6864031" y="1873885"/>
            <a:ext cx="4794569" cy="1659890"/>
            <a:chOff x="0" y="0"/>
            <a:chExt cx="3779324" cy="155511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80D9FB-44E4-439D-95BA-2B17A0F3A2EC}"/>
                </a:ext>
              </a:extLst>
            </p:cNvPr>
            <p:cNvSpPr/>
            <p:nvPr/>
          </p:nvSpPr>
          <p:spPr>
            <a:xfrm>
              <a:off x="0" y="0"/>
              <a:ext cx="3778885" cy="1555115"/>
            </a:xfrm>
            <a:prstGeom prst="rect">
              <a:avLst/>
            </a:prstGeom>
          </p:spPr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A7990BA-F350-49C4-8200-314A49E6FE6D}"/>
                </a:ext>
              </a:extLst>
            </p:cNvPr>
            <p:cNvSpPr/>
            <p:nvPr/>
          </p:nvSpPr>
          <p:spPr>
            <a:xfrm>
              <a:off x="397949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D477877-065C-4B72-B4D8-8B4636E1D73A}"/>
                </a:ext>
              </a:extLst>
            </p:cNvPr>
            <p:cNvSpPr/>
            <p:nvPr/>
          </p:nvSpPr>
          <p:spPr>
            <a:xfrm>
              <a:off x="807524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EF78763-FC70-477C-8339-6D04E8A7EEED}"/>
                </a:ext>
              </a:extLst>
            </p:cNvPr>
            <p:cNvSpPr/>
            <p:nvPr/>
          </p:nvSpPr>
          <p:spPr>
            <a:xfrm>
              <a:off x="1217099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A0C24A2-9DA6-4594-98EE-8077D6DAB483}"/>
                </a:ext>
              </a:extLst>
            </p:cNvPr>
            <p:cNvSpPr/>
            <p:nvPr/>
          </p:nvSpPr>
          <p:spPr>
            <a:xfrm>
              <a:off x="1626674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 dirty="0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5</a:t>
              </a:r>
              <a:endParaRPr lang="en-US" sz="1200" b="1" dirty="0">
                <a:effectLst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D645114-A05C-430E-85C1-E7A38851A65C}"/>
                </a:ext>
              </a:extLst>
            </p:cNvPr>
            <p:cNvSpPr/>
            <p:nvPr/>
          </p:nvSpPr>
          <p:spPr>
            <a:xfrm>
              <a:off x="2036249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3224079-75EF-4E09-B834-C257022F249E}"/>
                </a:ext>
              </a:extLst>
            </p:cNvPr>
            <p:cNvSpPr/>
            <p:nvPr/>
          </p:nvSpPr>
          <p:spPr>
            <a:xfrm>
              <a:off x="2445824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34DB1A2-8997-4D85-9339-D1EF6568724D}"/>
                </a:ext>
              </a:extLst>
            </p:cNvPr>
            <p:cNvSpPr/>
            <p:nvPr/>
          </p:nvSpPr>
          <p:spPr>
            <a:xfrm>
              <a:off x="2855399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1200" b="1" dirty="0">
                <a:effectLst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1C59532-966F-4B41-B85C-A476C8F1D145}"/>
                </a:ext>
              </a:extLst>
            </p:cNvPr>
            <p:cNvSpPr/>
            <p:nvPr/>
          </p:nvSpPr>
          <p:spPr>
            <a:xfrm>
              <a:off x="3264974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22" name="Text Box 588">
              <a:extLst>
                <a:ext uri="{FF2B5EF4-FFF2-40B4-BE49-F238E27FC236}">
                  <a16:creationId xmlns:a16="http://schemas.microsoft.com/office/drawing/2014/main" id="{1C524E89-B618-4573-B037-A4144BACCE7E}"/>
                </a:ext>
              </a:extLst>
            </p:cNvPr>
            <p:cNvSpPr txBox="1"/>
            <p:nvPr/>
          </p:nvSpPr>
          <p:spPr>
            <a:xfrm>
              <a:off x="35999" y="62389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 Box 589">
              <a:extLst>
                <a:ext uri="{FF2B5EF4-FFF2-40B4-BE49-F238E27FC236}">
                  <a16:creationId xmlns:a16="http://schemas.microsoft.com/office/drawing/2014/main" id="{B0143F40-C64D-45A8-BD0F-6E03B5B03222}"/>
                </a:ext>
              </a:extLst>
            </p:cNvPr>
            <p:cNvSpPr txBox="1"/>
            <p:nvPr/>
          </p:nvSpPr>
          <p:spPr>
            <a:xfrm>
              <a:off x="483674" y="957267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0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 Box 590">
              <a:extLst>
                <a:ext uri="{FF2B5EF4-FFF2-40B4-BE49-F238E27FC236}">
                  <a16:creationId xmlns:a16="http://schemas.microsoft.com/office/drawing/2014/main" id="{7AA26842-EE2D-422C-BC03-4379791D587A}"/>
                </a:ext>
              </a:extLst>
            </p:cNvPr>
            <p:cNvSpPr txBox="1"/>
            <p:nvPr/>
          </p:nvSpPr>
          <p:spPr>
            <a:xfrm>
              <a:off x="883724" y="976317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1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 Box 591">
              <a:extLst>
                <a:ext uri="{FF2B5EF4-FFF2-40B4-BE49-F238E27FC236}">
                  <a16:creationId xmlns:a16="http://schemas.microsoft.com/office/drawing/2014/main" id="{E9FEFEC4-C7CF-4F7B-9D0F-38BA890681E8}"/>
                </a:ext>
              </a:extLst>
            </p:cNvPr>
            <p:cNvSpPr txBox="1"/>
            <p:nvPr/>
          </p:nvSpPr>
          <p:spPr>
            <a:xfrm>
              <a:off x="1321874" y="98584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2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 Box 592">
              <a:extLst>
                <a:ext uri="{FF2B5EF4-FFF2-40B4-BE49-F238E27FC236}">
                  <a16:creationId xmlns:a16="http://schemas.microsoft.com/office/drawing/2014/main" id="{3E28A8E8-F1C0-454C-9D9B-0E29660F34C5}"/>
                </a:ext>
              </a:extLst>
            </p:cNvPr>
            <p:cNvSpPr txBox="1"/>
            <p:nvPr/>
          </p:nvSpPr>
          <p:spPr>
            <a:xfrm>
              <a:off x="1712399" y="98584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3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 Box 593">
              <a:extLst>
                <a:ext uri="{FF2B5EF4-FFF2-40B4-BE49-F238E27FC236}">
                  <a16:creationId xmlns:a16="http://schemas.microsoft.com/office/drawing/2014/main" id="{3E8DE032-DC8C-46E8-9DA3-F4F65922C5A0}"/>
                </a:ext>
              </a:extLst>
            </p:cNvPr>
            <p:cNvSpPr txBox="1"/>
            <p:nvPr/>
          </p:nvSpPr>
          <p:spPr>
            <a:xfrm>
              <a:off x="2131499" y="100489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4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 Box 594">
              <a:extLst>
                <a:ext uri="{FF2B5EF4-FFF2-40B4-BE49-F238E27FC236}">
                  <a16:creationId xmlns:a16="http://schemas.microsoft.com/office/drawing/2014/main" id="{C5E03918-2FD0-491B-9C2B-4FADB54A83F3}"/>
                </a:ext>
              </a:extLst>
            </p:cNvPr>
            <p:cNvSpPr txBox="1"/>
            <p:nvPr/>
          </p:nvSpPr>
          <p:spPr>
            <a:xfrm>
              <a:off x="2550599" y="100489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5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ext Box 595">
              <a:extLst>
                <a:ext uri="{FF2B5EF4-FFF2-40B4-BE49-F238E27FC236}">
                  <a16:creationId xmlns:a16="http://schemas.microsoft.com/office/drawing/2014/main" id="{487EAAE9-3FF3-4E41-B59C-781D4F0B0121}"/>
                </a:ext>
              </a:extLst>
            </p:cNvPr>
            <p:cNvSpPr txBox="1"/>
            <p:nvPr/>
          </p:nvSpPr>
          <p:spPr>
            <a:xfrm>
              <a:off x="2960174" y="1014417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6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 Box 596">
              <a:extLst>
                <a:ext uri="{FF2B5EF4-FFF2-40B4-BE49-F238E27FC236}">
                  <a16:creationId xmlns:a16="http://schemas.microsoft.com/office/drawing/2014/main" id="{BA5D2384-510D-4A17-91E2-5D33A801099D}"/>
                </a:ext>
              </a:extLst>
            </p:cNvPr>
            <p:cNvSpPr txBox="1"/>
            <p:nvPr/>
          </p:nvSpPr>
          <p:spPr>
            <a:xfrm>
              <a:off x="3331649" y="100489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7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ight Brace 30">
              <a:extLst>
                <a:ext uri="{FF2B5EF4-FFF2-40B4-BE49-F238E27FC236}">
                  <a16:creationId xmlns:a16="http://schemas.microsoft.com/office/drawing/2014/main" id="{D4F5BB3C-4E96-48D6-9370-F69587A16142}"/>
                </a:ext>
              </a:extLst>
            </p:cNvPr>
            <p:cNvSpPr/>
            <p:nvPr/>
          </p:nvSpPr>
          <p:spPr>
            <a:xfrm rot="16200000">
              <a:off x="450336" y="252417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2" name="Right Brace 31">
              <a:extLst>
                <a:ext uri="{FF2B5EF4-FFF2-40B4-BE49-F238E27FC236}">
                  <a16:creationId xmlns:a16="http://schemas.microsoft.com/office/drawing/2014/main" id="{8F3E7DB9-DAD6-4D38-9AC9-9A0958C3ED11}"/>
                </a:ext>
              </a:extLst>
            </p:cNvPr>
            <p:cNvSpPr/>
            <p:nvPr/>
          </p:nvSpPr>
          <p:spPr>
            <a:xfrm rot="16200000">
              <a:off x="850387" y="252416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3" name="Right Brace 32">
              <a:extLst>
                <a:ext uri="{FF2B5EF4-FFF2-40B4-BE49-F238E27FC236}">
                  <a16:creationId xmlns:a16="http://schemas.microsoft.com/office/drawing/2014/main" id="{A0F138B8-E16B-436B-9570-4DFFCFC06E06}"/>
                </a:ext>
              </a:extLst>
            </p:cNvPr>
            <p:cNvSpPr/>
            <p:nvPr/>
          </p:nvSpPr>
          <p:spPr>
            <a:xfrm rot="16200000">
              <a:off x="1269487" y="252417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4" name="Right Brace 33">
              <a:extLst>
                <a:ext uri="{FF2B5EF4-FFF2-40B4-BE49-F238E27FC236}">
                  <a16:creationId xmlns:a16="http://schemas.microsoft.com/office/drawing/2014/main" id="{778912AD-DB6F-4F38-B967-5D13AE408AAE}"/>
                </a:ext>
              </a:extLst>
            </p:cNvPr>
            <p:cNvSpPr/>
            <p:nvPr/>
          </p:nvSpPr>
          <p:spPr>
            <a:xfrm rot="16200000">
              <a:off x="1679062" y="271467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5" name="Right Brace 34">
              <a:extLst>
                <a:ext uri="{FF2B5EF4-FFF2-40B4-BE49-F238E27FC236}">
                  <a16:creationId xmlns:a16="http://schemas.microsoft.com/office/drawing/2014/main" id="{9EDE7F8B-8DDB-4882-9830-AB199C246D77}"/>
                </a:ext>
              </a:extLst>
            </p:cNvPr>
            <p:cNvSpPr/>
            <p:nvPr/>
          </p:nvSpPr>
          <p:spPr>
            <a:xfrm rot="16200000">
              <a:off x="2069588" y="271466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6" name="Right Brace 35">
              <a:extLst>
                <a:ext uri="{FF2B5EF4-FFF2-40B4-BE49-F238E27FC236}">
                  <a16:creationId xmlns:a16="http://schemas.microsoft.com/office/drawing/2014/main" id="{EECDEC01-AD4C-48A0-A46A-189A3C71A681}"/>
                </a:ext>
              </a:extLst>
            </p:cNvPr>
            <p:cNvSpPr/>
            <p:nvPr/>
          </p:nvSpPr>
          <p:spPr>
            <a:xfrm rot="16200000">
              <a:off x="2498212" y="271466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7" name="Right Brace 36">
              <a:extLst>
                <a:ext uri="{FF2B5EF4-FFF2-40B4-BE49-F238E27FC236}">
                  <a16:creationId xmlns:a16="http://schemas.microsoft.com/office/drawing/2014/main" id="{4C593AEF-1CD8-43ED-A803-67BEAB45692B}"/>
                </a:ext>
              </a:extLst>
            </p:cNvPr>
            <p:cNvSpPr/>
            <p:nvPr/>
          </p:nvSpPr>
          <p:spPr>
            <a:xfrm rot="16200000">
              <a:off x="2907787" y="271466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8" name="Right Brace 37">
              <a:extLst>
                <a:ext uri="{FF2B5EF4-FFF2-40B4-BE49-F238E27FC236}">
                  <a16:creationId xmlns:a16="http://schemas.microsoft.com/office/drawing/2014/main" id="{D2AEFDF6-AE61-4BF6-82D5-BFE2C9C90B2C}"/>
                </a:ext>
              </a:extLst>
            </p:cNvPr>
            <p:cNvSpPr/>
            <p:nvPr/>
          </p:nvSpPr>
          <p:spPr>
            <a:xfrm rot="16200000">
              <a:off x="3317362" y="271465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9" name="Text Box 605">
              <a:extLst>
                <a:ext uri="{FF2B5EF4-FFF2-40B4-BE49-F238E27FC236}">
                  <a16:creationId xmlns:a16="http://schemas.microsoft.com/office/drawing/2014/main" id="{5CB1E6EC-DC1B-4532-80D3-61807618B037}"/>
                </a:ext>
              </a:extLst>
            </p:cNvPr>
            <p:cNvSpPr txBox="1"/>
            <p:nvPr/>
          </p:nvSpPr>
          <p:spPr>
            <a:xfrm>
              <a:off x="407474" y="0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 Box 606">
              <a:extLst>
                <a:ext uri="{FF2B5EF4-FFF2-40B4-BE49-F238E27FC236}">
                  <a16:creationId xmlns:a16="http://schemas.microsoft.com/office/drawing/2014/main" id="{F62D4D40-32CC-4534-A6BB-58A158510F86}"/>
                </a:ext>
              </a:extLst>
            </p:cNvPr>
            <p:cNvSpPr txBox="1"/>
            <p:nvPr/>
          </p:nvSpPr>
          <p:spPr>
            <a:xfrm>
              <a:off x="807524" y="0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Text Box 607">
              <a:extLst>
                <a:ext uri="{FF2B5EF4-FFF2-40B4-BE49-F238E27FC236}">
                  <a16:creationId xmlns:a16="http://schemas.microsoft.com/office/drawing/2014/main" id="{B5FB62EA-8403-436B-883A-2BC192146D3C}"/>
                </a:ext>
              </a:extLst>
            </p:cNvPr>
            <p:cNvSpPr txBox="1"/>
            <p:nvPr/>
          </p:nvSpPr>
          <p:spPr>
            <a:xfrm>
              <a:off x="1264724" y="0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Text Box 608">
              <a:extLst>
                <a:ext uri="{FF2B5EF4-FFF2-40B4-BE49-F238E27FC236}">
                  <a16:creationId xmlns:a16="http://schemas.microsoft.com/office/drawing/2014/main" id="{4D91CBDB-9F7C-46B7-BCC7-8C1AAEF604A8}"/>
                </a:ext>
              </a:extLst>
            </p:cNvPr>
            <p:cNvSpPr txBox="1"/>
            <p:nvPr/>
          </p:nvSpPr>
          <p:spPr>
            <a:xfrm>
              <a:off x="1645725" y="9529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Text Box 609">
              <a:extLst>
                <a:ext uri="{FF2B5EF4-FFF2-40B4-BE49-F238E27FC236}">
                  <a16:creationId xmlns:a16="http://schemas.microsoft.com/office/drawing/2014/main" id="{EB736D33-EE2C-408C-97FA-FFF61AB1C61A}"/>
                </a:ext>
              </a:extLst>
            </p:cNvPr>
            <p:cNvSpPr txBox="1"/>
            <p:nvPr/>
          </p:nvSpPr>
          <p:spPr>
            <a:xfrm>
              <a:off x="2036249" y="0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Text Box 610">
              <a:extLst>
                <a:ext uri="{FF2B5EF4-FFF2-40B4-BE49-F238E27FC236}">
                  <a16:creationId xmlns:a16="http://schemas.microsoft.com/office/drawing/2014/main" id="{EF07B2B1-6FCE-4DF0-8469-064DD846612E}"/>
                </a:ext>
              </a:extLst>
            </p:cNvPr>
            <p:cNvSpPr txBox="1"/>
            <p:nvPr/>
          </p:nvSpPr>
          <p:spPr>
            <a:xfrm>
              <a:off x="2464875" y="4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Text Box 611">
              <a:extLst>
                <a:ext uri="{FF2B5EF4-FFF2-40B4-BE49-F238E27FC236}">
                  <a16:creationId xmlns:a16="http://schemas.microsoft.com/office/drawing/2014/main" id="{21DE9EF0-674B-4F27-86AE-D4A668CA46F0}"/>
                </a:ext>
              </a:extLst>
            </p:cNvPr>
            <p:cNvSpPr txBox="1"/>
            <p:nvPr/>
          </p:nvSpPr>
          <p:spPr>
            <a:xfrm>
              <a:off x="2855399" y="9529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Text Box 612">
              <a:extLst>
                <a:ext uri="{FF2B5EF4-FFF2-40B4-BE49-F238E27FC236}">
                  <a16:creationId xmlns:a16="http://schemas.microsoft.com/office/drawing/2014/main" id="{F5D669D8-8F72-419B-B6F7-A6FFD2E49085}"/>
                </a:ext>
              </a:extLst>
            </p:cNvPr>
            <p:cNvSpPr txBox="1"/>
            <p:nvPr/>
          </p:nvSpPr>
          <p:spPr>
            <a:xfrm>
              <a:off x="3264974" y="9529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 Box 613">
              <a:extLst>
                <a:ext uri="{FF2B5EF4-FFF2-40B4-BE49-F238E27FC236}">
                  <a16:creationId xmlns:a16="http://schemas.microsoft.com/office/drawing/2014/main" id="{7483F4D1-F558-4E60-BDAC-22A374704C72}"/>
                </a:ext>
              </a:extLst>
            </p:cNvPr>
            <p:cNvSpPr txBox="1"/>
            <p:nvPr/>
          </p:nvSpPr>
          <p:spPr>
            <a:xfrm>
              <a:off x="376691" y="1166817"/>
              <a:ext cx="609599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Arr[0]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Text Box 614">
              <a:extLst>
                <a:ext uri="{FF2B5EF4-FFF2-40B4-BE49-F238E27FC236}">
                  <a16:creationId xmlns:a16="http://schemas.microsoft.com/office/drawing/2014/main" id="{2B04619D-8D83-4DA9-9231-AE2BBDAFA91C}"/>
                </a:ext>
              </a:extLst>
            </p:cNvPr>
            <p:cNvSpPr txBox="1"/>
            <p:nvPr/>
          </p:nvSpPr>
          <p:spPr>
            <a:xfrm>
              <a:off x="824366" y="1157292"/>
              <a:ext cx="609599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Arr[1]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 Box 484">
              <a:extLst>
                <a:ext uri="{FF2B5EF4-FFF2-40B4-BE49-F238E27FC236}">
                  <a16:creationId xmlns:a16="http://schemas.microsoft.com/office/drawing/2014/main" id="{9BFD9432-99BE-4B59-BB7D-F8862FCE859C}"/>
                </a:ext>
              </a:extLst>
            </p:cNvPr>
            <p:cNvSpPr txBox="1"/>
            <p:nvPr/>
          </p:nvSpPr>
          <p:spPr>
            <a:xfrm>
              <a:off x="1188525" y="1166817"/>
              <a:ext cx="6089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Arr[2]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Text Box 484">
              <a:extLst>
                <a:ext uri="{FF2B5EF4-FFF2-40B4-BE49-F238E27FC236}">
                  <a16:creationId xmlns:a16="http://schemas.microsoft.com/office/drawing/2014/main" id="{8B966A4C-0D44-4C3E-B42A-A555ACA18E0A}"/>
                </a:ext>
              </a:extLst>
            </p:cNvPr>
            <p:cNvSpPr txBox="1"/>
            <p:nvPr/>
          </p:nvSpPr>
          <p:spPr>
            <a:xfrm>
              <a:off x="1626463" y="1157292"/>
              <a:ext cx="6089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Arr[3]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Text Box 484">
              <a:extLst>
                <a:ext uri="{FF2B5EF4-FFF2-40B4-BE49-F238E27FC236}">
                  <a16:creationId xmlns:a16="http://schemas.microsoft.com/office/drawing/2014/main" id="{03DAEF83-002D-48E9-8ED2-4ACDEB08B566}"/>
                </a:ext>
              </a:extLst>
            </p:cNvPr>
            <p:cNvSpPr txBox="1"/>
            <p:nvPr/>
          </p:nvSpPr>
          <p:spPr>
            <a:xfrm>
              <a:off x="2016988" y="1176342"/>
              <a:ext cx="6089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Arr[4]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 Box 484">
              <a:extLst>
                <a:ext uri="{FF2B5EF4-FFF2-40B4-BE49-F238E27FC236}">
                  <a16:creationId xmlns:a16="http://schemas.microsoft.com/office/drawing/2014/main" id="{5C6B2F32-57E6-48F9-95DA-5F1833B1E767}"/>
                </a:ext>
              </a:extLst>
            </p:cNvPr>
            <p:cNvSpPr txBox="1"/>
            <p:nvPr/>
          </p:nvSpPr>
          <p:spPr>
            <a:xfrm>
              <a:off x="2874095" y="1185867"/>
              <a:ext cx="6089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Arr[6]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 Box 484">
              <a:extLst>
                <a:ext uri="{FF2B5EF4-FFF2-40B4-BE49-F238E27FC236}">
                  <a16:creationId xmlns:a16="http://schemas.microsoft.com/office/drawing/2014/main" id="{96332A35-A5D8-4FF7-9C7D-6106B8370009}"/>
                </a:ext>
              </a:extLst>
            </p:cNvPr>
            <p:cNvSpPr txBox="1"/>
            <p:nvPr/>
          </p:nvSpPr>
          <p:spPr>
            <a:xfrm>
              <a:off x="2419350" y="1195392"/>
              <a:ext cx="6089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Arr[5]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Text Box 484">
              <a:extLst>
                <a:ext uri="{FF2B5EF4-FFF2-40B4-BE49-F238E27FC236}">
                  <a16:creationId xmlns:a16="http://schemas.microsoft.com/office/drawing/2014/main" id="{5970BB1D-4067-491C-B68C-DF6DB0256EB9}"/>
                </a:ext>
              </a:extLst>
            </p:cNvPr>
            <p:cNvSpPr txBox="1"/>
            <p:nvPr/>
          </p:nvSpPr>
          <p:spPr>
            <a:xfrm>
              <a:off x="3284220" y="1166817"/>
              <a:ext cx="4946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Arr[7]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48AC052F-7537-43FE-9134-A24894E5F84A}"/>
              </a:ext>
            </a:extLst>
          </p:cNvPr>
          <p:cNvSpPr/>
          <p:nvPr/>
        </p:nvSpPr>
        <p:spPr>
          <a:xfrm>
            <a:off x="933450" y="4124324"/>
            <a:ext cx="4648200" cy="33337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155E53E-B3AF-4E2A-A59B-C4D8D7434691}"/>
              </a:ext>
            </a:extLst>
          </p:cNvPr>
          <p:cNvSpPr/>
          <p:nvPr/>
        </p:nvSpPr>
        <p:spPr>
          <a:xfrm>
            <a:off x="970558" y="2739126"/>
            <a:ext cx="4648200" cy="33337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00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4F41AD-55DE-47EF-A1E3-399D7AD3A2B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707886"/>
            <a:ext cx="6267450" cy="58738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449053-62F5-4C88-B352-3C389B5A308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67450" y="5333999"/>
            <a:ext cx="2000250" cy="1247775"/>
          </a:xfrm>
          <a:prstGeom prst="rect">
            <a:avLst/>
          </a:prstGeom>
        </p:spPr>
      </p:pic>
      <p:grpSp>
        <p:nvGrpSpPr>
          <p:cNvPr id="12" name="Canvas 621">
            <a:extLst>
              <a:ext uri="{FF2B5EF4-FFF2-40B4-BE49-F238E27FC236}">
                <a16:creationId xmlns:a16="http://schemas.microsoft.com/office/drawing/2014/main" id="{55991BBA-EFE3-4034-9543-B5E3DCCFABDB}"/>
              </a:ext>
            </a:extLst>
          </p:cNvPr>
          <p:cNvGrpSpPr/>
          <p:nvPr/>
        </p:nvGrpSpPr>
        <p:grpSpPr>
          <a:xfrm>
            <a:off x="6864031" y="1873885"/>
            <a:ext cx="4794569" cy="1659890"/>
            <a:chOff x="0" y="0"/>
            <a:chExt cx="3779324" cy="155511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80D9FB-44E4-439D-95BA-2B17A0F3A2EC}"/>
                </a:ext>
              </a:extLst>
            </p:cNvPr>
            <p:cNvSpPr/>
            <p:nvPr/>
          </p:nvSpPr>
          <p:spPr>
            <a:xfrm>
              <a:off x="0" y="0"/>
              <a:ext cx="3778885" cy="1555115"/>
            </a:xfrm>
            <a:prstGeom prst="rect">
              <a:avLst/>
            </a:prstGeom>
          </p:spPr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A7990BA-F350-49C4-8200-314A49E6FE6D}"/>
                </a:ext>
              </a:extLst>
            </p:cNvPr>
            <p:cNvSpPr/>
            <p:nvPr/>
          </p:nvSpPr>
          <p:spPr>
            <a:xfrm>
              <a:off x="397949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D477877-065C-4B72-B4D8-8B4636E1D73A}"/>
                </a:ext>
              </a:extLst>
            </p:cNvPr>
            <p:cNvSpPr/>
            <p:nvPr/>
          </p:nvSpPr>
          <p:spPr>
            <a:xfrm>
              <a:off x="807524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EF78763-FC70-477C-8339-6D04E8A7EEED}"/>
                </a:ext>
              </a:extLst>
            </p:cNvPr>
            <p:cNvSpPr/>
            <p:nvPr/>
          </p:nvSpPr>
          <p:spPr>
            <a:xfrm>
              <a:off x="1217099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A0C24A2-9DA6-4594-98EE-8077D6DAB483}"/>
                </a:ext>
              </a:extLst>
            </p:cNvPr>
            <p:cNvSpPr/>
            <p:nvPr/>
          </p:nvSpPr>
          <p:spPr>
            <a:xfrm>
              <a:off x="1626674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 dirty="0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5</a:t>
              </a:r>
              <a:endParaRPr lang="en-US" sz="1200" b="1" dirty="0">
                <a:effectLst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D645114-A05C-430E-85C1-E7A38851A65C}"/>
                </a:ext>
              </a:extLst>
            </p:cNvPr>
            <p:cNvSpPr/>
            <p:nvPr/>
          </p:nvSpPr>
          <p:spPr>
            <a:xfrm>
              <a:off x="2036249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3224079-75EF-4E09-B834-C257022F249E}"/>
                </a:ext>
              </a:extLst>
            </p:cNvPr>
            <p:cNvSpPr/>
            <p:nvPr/>
          </p:nvSpPr>
          <p:spPr>
            <a:xfrm>
              <a:off x="2445824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34DB1A2-8997-4D85-9339-D1EF6568724D}"/>
                </a:ext>
              </a:extLst>
            </p:cNvPr>
            <p:cNvSpPr/>
            <p:nvPr/>
          </p:nvSpPr>
          <p:spPr>
            <a:xfrm>
              <a:off x="2855399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 dirty="0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22</a:t>
              </a:r>
              <a:endParaRPr lang="en-US" sz="1200" b="1" dirty="0">
                <a:effectLst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1C59532-966F-4B41-B85C-A476C8F1D145}"/>
                </a:ext>
              </a:extLst>
            </p:cNvPr>
            <p:cNvSpPr/>
            <p:nvPr/>
          </p:nvSpPr>
          <p:spPr>
            <a:xfrm>
              <a:off x="3264974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22" name="Text Box 588">
              <a:extLst>
                <a:ext uri="{FF2B5EF4-FFF2-40B4-BE49-F238E27FC236}">
                  <a16:creationId xmlns:a16="http://schemas.microsoft.com/office/drawing/2014/main" id="{1C524E89-B618-4573-B037-A4144BACCE7E}"/>
                </a:ext>
              </a:extLst>
            </p:cNvPr>
            <p:cNvSpPr txBox="1"/>
            <p:nvPr/>
          </p:nvSpPr>
          <p:spPr>
            <a:xfrm>
              <a:off x="35999" y="62389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 Box 589">
              <a:extLst>
                <a:ext uri="{FF2B5EF4-FFF2-40B4-BE49-F238E27FC236}">
                  <a16:creationId xmlns:a16="http://schemas.microsoft.com/office/drawing/2014/main" id="{B0143F40-C64D-45A8-BD0F-6E03B5B03222}"/>
                </a:ext>
              </a:extLst>
            </p:cNvPr>
            <p:cNvSpPr txBox="1"/>
            <p:nvPr/>
          </p:nvSpPr>
          <p:spPr>
            <a:xfrm>
              <a:off x="483674" y="957267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0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 Box 590">
              <a:extLst>
                <a:ext uri="{FF2B5EF4-FFF2-40B4-BE49-F238E27FC236}">
                  <a16:creationId xmlns:a16="http://schemas.microsoft.com/office/drawing/2014/main" id="{7AA26842-EE2D-422C-BC03-4379791D587A}"/>
                </a:ext>
              </a:extLst>
            </p:cNvPr>
            <p:cNvSpPr txBox="1"/>
            <p:nvPr/>
          </p:nvSpPr>
          <p:spPr>
            <a:xfrm>
              <a:off x="883724" y="976317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1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 Box 591">
              <a:extLst>
                <a:ext uri="{FF2B5EF4-FFF2-40B4-BE49-F238E27FC236}">
                  <a16:creationId xmlns:a16="http://schemas.microsoft.com/office/drawing/2014/main" id="{E9FEFEC4-C7CF-4F7B-9D0F-38BA890681E8}"/>
                </a:ext>
              </a:extLst>
            </p:cNvPr>
            <p:cNvSpPr txBox="1"/>
            <p:nvPr/>
          </p:nvSpPr>
          <p:spPr>
            <a:xfrm>
              <a:off x="1321874" y="98584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2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 Box 592">
              <a:extLst>
                <a:ext uri="{FF2B5EF4-FFF2-40B4-BE49-F238E27FC236}">
                  <a16:creationId xmlns:a16="http://schemas.microsoft.com/office/drawing/2014/main" id="{3E28A8E8-F1C0-454C-9D9B-0E29660F34C5}"/>
                </a:ext>
              </a:extLst>
            </p:cNvPr>
            <p:cNvSpPr txBox="1"/>
            <p:nvPr/>
          </p:nvSpPr>
          <p:spPr>
            <a:xfrm>
              <a:off x="1712399" y="98584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3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 Box 593">
              <a:extLst>
                <a:ext uri="{FF2B5EF4-FFF2-40B4-BE49-F238E27FC236}">
                  <a16:creationId xmlns:a16="http://schemas.microsoft.com/office/drawing/2014/main" id="{3E8DE032-DC8C-46E8-9DA3-F4F65922C5A0}"/>
                </a:ext>
              </a:extLst>
            </p:cNvPr>
            <p:cNvSpPr txBox="1"/>
            <p:nvPr/>
          </p:nvSpPr>
          <p:spPr>
            <a:xfrm>
              <a:off x="2131499" y="100489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4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 Box 594">
              <a:extLst>
                <a:ext uri="{FF2B5EF4-FFF2-40B4-BE49-F238E27FC236}">
                  <a16:creationId xmlns:a16="http://schemas.microsoft.com/office/drawing/2014/main" id="{C5E03918-2FD0-491B-9C2B-4FADB54A83F3}"/>
                </a:ext>
              </a:extLst>
            </p:cNvPr>
            <p:cNvSpPr txBox="1"/>
            <p:nvPr/>
          </p:nvSpPr>
          <p:spPr>
            <a:xfrm>
              <a:off x="2550599" y="100489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5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ext Box 595">
              <a:extLst>
                <a:ext uri="{FF2B5EF4-FFF2-40B4-BE49-F238E27FC236}">
                  <a16:creationId xmlns:a16="http://schemas.microsoft.com/office/drawing/2014/main" id="{487EAAE9-3FF3-4E41-B59C-781D4F0B0121}"/>
                </a:ext>
              </a:extLst>
            </p:cNvPr>
            <p:cNvSpPr txBox="1"/>
            <p:nvPr/>
          </p:nvSpPr>
          <p:spPr>
            <a:xfrm>
              <a:off x="2960174" y="1014417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6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 Box 596">
              <a:extLst>
                <a:ext uri="{FF2B5EF4-FFF2-40B4-BE49-F238E27FC236}">
                  <a16:creationId xmlns:a16="http://schemas.microsoft.com/office/drawing/2014/main" id="{BA5D2384-510D-4A17-91E2-5D33A801099D}"/>
                </a:ext>
              </a:extLst>
            </p:cNvPr>
            <p:cNvSpPr txBox="1"/>
            <p:nvPr/>
          </p:nvSpPr>
          <p:spPr>
            <a:xfrm>
              <a:off x="3331649" y="100489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7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ight Brace 30">
              <a:extLst>
                <a:ext uri="{FF2B5EF4-FFF2-40B4-BE49-F238E27FC236}">
                  <a16:creationId xmlns:a16="http://schemas.microsoft.com/office/drawing/2014/main" id="{D4F5BB3C-4E96-48D6-9370-F69587A16142}"/>
                </a:ext>
              </a:extLst>
            </p:cNvPr>
            <p:cNvSpPr/>
            <p:nvPr/>
          </p:nvSpPr>
          <p:spPr>
            <a:xfrm rot="16200000">
              <a:off x="450336" y="252417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2" name="Right Brace 31">
              <a:extLst>
                <a:ext uri="{FF2B5EF4-FFF2-40B4-BE49-F238E27FC236}">
                  <a16:creationId xmlns:a16="http://schemas.microsoft.com/office/drawing/2014/main" id="{8F3E7DB9-DAD6-4D38-9AC9-9A0958C3ED11}"/>
                </a:ext>
              </a:extLst>
            </p:cNvPr>
            <p:cNvSpPr/>
            <p:nvPr/>
          </p:nvSpPr>
          <p:spPr>
            <a:xfrm rot="16200000">
              <a:off x="850387" y="252416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3" name="Right Brace 32">
              <a:extLst>
                <a:ext uri="{FF2B5EF4-FFF2-40B4-BE49-F238E27FC236}">
                  <a16:creationId xmlns:a16="http://schemas.microsoft.com/office/drawing/2014/main" id="{A0F138B8-E16B-436B-9570-4DFFCFC06E06}"/>
                </a:ext>
              </a:extLst>
            </p:cNvPr>
            <p:cNvSpPr/>
            <p:nvPr/>
          </p:nvSpPr>
          <p:spPr>
            <a:xfrm rot="16200000">
              <a:off x="1269487" y="252417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4" name="Right Brace 33">
              <a:extLst>
                <a:ext uri="{FF2B5EF4-FFF2-40B4-BE49-F238E27FC236}">
                  <a16:creationId xmlns:a16="http://schemas.microsoft.com/office/drawing/2014/main" id="{778912AD-DB6F-4F38-B967-5D13AE408AAE}"/>
                </a:ext>
              </a:extLst>
            </p:cNvPr>
            <p:cNvSpPr/>
            <p:nvPr/>
          </p:nvSpPr>
          <p:spPr>
            <a:xfrm rot="16200000">
              <a:off x="1679062" y="271467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5" name="Right Brace 34">
              <a:extLst>
                <a:ext uri="{FF2B5EF4-FFF2-40B4-BE49-F238E27FC236}">
                  <a16:creationId xmlns:a16="http://schemas.microsoft.com/office/drawing/2014/main" id="{9EDE7F8B-8DDB-4882-9830-AB199C246D77}"/>
                </a:ext>
              </a:extLst>
            </p:cNvPr>
            <p:cNvSpPr/>
            <p:nvPr/>
          </p:nvSpPr>
          <p:spPr>
            <a:xfrm rot="16200000">
              <a:off x="2069588" y="271466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6" name="Right Brace 35">
              <a:extLst>
                <a:ext uri="{FF2B5EF4-FFF2-40B4-BE49-F238E27FC236}">
                  <a16:creationId xmlns:a16="http://schemas.microsoft.com/office/drawing/2014/main" id="{EECDEC01-AD4C-48A0-A46A-189A3C71A681}"/>
                </a:ext>
              </a:extLst>
            </p:cNvPr>
            <p:cNvSpPr/>
            <p:nvPr/>
          </p:nvSpPr>
          <p:spPr>
            <a:xfrm rot="16200000">
              <a:off x="2498212" y="271466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7" name="Right Brace 36">
              <a:extLst>
                <a:ext uri="{FF2B5EF4-FFF2-40B4-BE49-F238E27FC236}">
                  <a16:creationId xmlns:a16="http://schemas.microsoft.com/office/drawing/2014/main" id="{4C593AEF-1CD8-43ED-A803-67BEAB45692B}"/>
                </a:ext>
              </a:extLst>
            </p:cNvPr>
            <p:cNvSpPr/>
            <p:nvPr/>
          </p:nvSpPr>
          <p:spPr>
            <a:xfrm rot="16200000">
              <a:off x="2907787" y="271466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8" name="Right Brace 37">
              <a:extLst>
                <a:ext uri="{FF2B5EF4-FFF2-40B4-BE49-F238E27FC236}">
                  <a16:creationId xmlns:a16="http://schemas.microsoft.com/office/drawing/2014/main" id="{D2AEFDF6-AE61-4BF6-82D5-BFE2C9C90B2C}"/>
                </a:ext>
              </a:extLst>
            </p:cNvPr>
            <p:cNvSpPr/>
            <p:nvPr/>
          </p:nvSpPr>
          <p:spPr>
            <a:xfrm rot="16200000">
              <a:off x="3317362" y="271465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39" name="Text Box 605">
              <a:extLst>
                <a:ext uri="{FF2B5EF4-FFF2-40B4-BE49-F238E27FC236}">
                  <a16:creationId xmlns:a16="http://schemas.microsoft.com/office/drawing/2014/main" id="{5CB1E6EC-DC1B-4532-80D3-61807618B037}"/>
                </a:ext>
              </a:extLst>
            </p:cNvPr>
            <p:cNvSpPr txBox="1"/>
            <p:nvPr/>
          </p:nvSpPr>
          <p:spPr>
            <a:xfrm>
              <a:off x="407474" y="0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 Box 606">
              <a:extLst>
                <a:ext uri="{FF2B5EF4-FFF2-40B4-BE49-F238E27FC236}">
                  <a16:creationId xmlns:a16="http://schemas.microsoft.com/office/drawing/2014/main" id="{F62D4D40-32CC-4534-A6BB-58A158510F86}"/>
                </a:ext>
              </a:extLst>
            </p:cNvPr>
            <p:cNvSpPr txBox="1"/>
            <p:nvPr/>
          </p:nvSpPr>
          <p:spPr>
            <a:xfrm>
              <a:off x="807524" y="0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Text Box 607">
              <a:extLst>
                <a:ext uri="{FF2B5EF4-FFF2-40B4-BE49-F238E27FC236}">
                  <a16:creationId xmlns:a16="http://schemas.microsoft.com/office/drawing/2014/main" id="{B5FB62EA-8403-436B-883A-2BC192146D3C}"/>
                </a:ext>
              </a:extLst>
            </p:cNvPr>
            <p:cNvSpPr txBox="1"/>
            <p:nvPr/>
          </p:nvSpPr>
          <p:spPr>
            <a:xfrm>
              <a:off x="1264724" y="0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Text Box 608">
              <a:extLst>
                <a:ext uri="{FF2B5EF4-FFF2-40B4-BE49-F238E27FC236}">
                  <a16:creationId xmlns:a16="http://schemas.microsoft.com/office/drawing/2014/main" id="{4D91CBDB-9F7C-46B7-BCC7-8C1AAEF604A8}"/>
                </a:ext>
              </a:extLst>
            </p:cNvPr>
            <p:cNvSpPr txBox="1"/>
            <p:nvPr/>
          </p:nvSpPr>
          <p:spPr>
            <a:xfrm>
              <a:off x="1645725" y="9529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Text Box 609">
              <a:extLst>
                <a:ext uri="{FF2B5EF4-FFF2-40B4-BE49-F238E27FC236}">
                  <a16:creationId xmlns:a16="http://schemas.microsoft.com/office/drawing/2014/main" id="{EB736D33-EE2C-408C-97FA-FFF61AB1C61A}"/>
                </a:ext>
              </a:extLst>
            </p:cNvPr>
            <p:cNvSpPr txBox="1"/>
            <p:nvPr/>
          </p:nvSpPr>
          <p:spPr>
            <a:xfrm>
              <a:off x="2036249" y="0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Text Box 610">
              <a:extLst>
                <a:ext uri="{FF2B5EF4-FFF2-40B4-BE49-F238E27FC236}">
                  <a16:creationId xmlns:a16="http://schemas.microsoft.com/office/drawing/2014/main" id="{EF07B2B1-6FCE-4DF0-8469-064DD846612E}"/>
                </a:ext>
              </a:extLst>
            </p:cNvPr>
            <p:cNvSpPr txBox="1"/>
            <p:nvPr/>
          </p:nvSpPr>
          <p:spPr>
            <a:xfrm>
              <a:off x="2464875" y="4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Text Box 611">
              <a:extLst>
                <a:ext uri="{FF2B5EF4-FFF2-40B4-BE49-F238E27FC236}">
                  <a16:creationId xmlns:a16="http://schemas.microsoft.com/office/drawing/2014/main" id="{21DE9EF0-674B-4F27-86AE-D4A668CA46F0}"/>
                </a:ext>
              </a:extLst>
            </p:cNvPr>
            <p:cNvSpPr txBox="1"/>
            <p:nvPr/>
          </p:nvSpPr>
          <p:spPr>
            <a:xfrm>
              <a:off x="2855399" y="9529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Text Box 612">
              <a:extLst>
                <a:ext uri="{FF2B5EF4-FFF2-40B4-BE49-F238E27FC236}">
                  <a16:creationId xmlns:a16="http://schemas.microsoft.com/office/drawing/2014/main" id="{F5D669D8-8F72-419B-B6F7-A6FFD2E49085}"/>
                </a:ext>
              </a:extLst>
            </p:cNvPr>
            <p:cNvSpPr txBox="1"/>
            <p:nvPr/>
          </p:nvSpPr>
          <p:spPr>
            <a:xfrm>
              <a:off x="3264974" y="9529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 Box 613">
              <a:extLst>
                <a:ext uri="{FF2B5EF4-FFF2-40B4-BE49-F238E27FC236}">
                  <a16:creationId xmlns:a16="http://schemas.microsoft.com/office/drawing/2014/main" id="{7483F4D1-F558-4E60-BDAC-22A374704C72}"/>
                </a:ext>
              </a:extLst>
            </p:cNvPr>
            <p:cNvSpPr txBox="1"/>
            <p:nvPr/>
          </p:nvSpPr>
          <p:spPr>
            <a:xfrm>
              <a:off x="376691" y="1166817"/>
              <a:ext cx="609599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Arr[0]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Text Box 614">
              <a:extLst>
                <a:ext uri="{FF2B5EF4-FFF2-40B4-BE49-F238E27FC236}">
                  <a16:creationId xmlns:a16="http://schemas.microsoft.com/office/drawing/2014/main" id="{2B04619D-8D83-4DA9-9231-AE2BBDAFA91C}"/>
                </a:ext>
              </a:extLst>
            </p:cNvPr>
            <p:cNvSpPr txBox="1"/>
            <p:nvPr/>
          </p:nvSpPr>
          <p:spPr>
            <a:xfrm>
              <a:off x="824366" y="1157292"/>
              <a:ext cx="609599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Arr[1]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 Box 484">
              <a:extLst>
                <a:ext uri="{FF2B5EF4-FFF2-40B4-BE49-F238E27FC236}">
                  <a16:creationId xmlns:a16="http://schemas.microsoft.com/office/drawing/2014/main" id="{9BFD9432-99BE-4B59-BB7D-F8862FCE859C}"/>
                </a:ext>
              </a:extLst>
            </p:cNvPr>
            <p:cNvSpPr txBox="1"/>
            <p:nvPr/>
          </p:nvSpPr>
          <p:spPr>
            <a:xfrm>
              <a:off x="1188525" y="1166817"/>
              <a:ext cx="6089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Arr[2]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Text Box 484">
              <a:extLst>
                <a:ext uri="{FF2B5EF4-FFF2-40B4-BE49-F238E27FC236}">
                  <a16:creationId xmlns:a16="http://schemas.microsoft.com/office/drawing/2014/main" id="{8B966A4C-0D44-4C3E-B42A-A555ACA18E0A}"/>
                </a:ext>
              </a:extLst>
            </p:cNvPr>
            <p:cNvSpPr txBox="1"/>
            <p:nvPr/>
          </p:nvSpPr>
          <p:spPr>
            <a:xfrm>
              <a:off x="1626463" y="1157292"/>
              <a:ext cx="6089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Arr[3]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Text Box 484">
              <a:extLst>
                <a:ext uri="{FF2B5EF4-FFF2-40B4-BE49-F238E27FC236}">
                  <a16:creationId xmlns:a16="http://schemas.microsoft.com/office/drawing/2014/main" id="{03DAEF83-002D-48E9-8ED2-4ACDEB08B566}"/>
                </a:ext>
              </a:extLst>
            </p:cNvPr>
            <p:cNvSpPr txBox="1"/>
            <p:nvPr/>
          </p:nvSpPr>
          <p:spPr>
            <a:xfrm>
              <a:off x="2016988" y="1176342"/>
              <a:ext cx="6089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Arr[4]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 Box 484">
              <a:extLst>
                <a:ext uri="{FF2B5EF4-FFF2-40B4-BE49-F238E27FC236}">
                  <a16:creationId xmlns:a16="http://schemas.microsoft.com/office/drawing/2014/main" id="{5C6B2F32-57E6-48F9-95DA-5F1833B1E767}"/>
                </a:ext>
              </a:extLst>
            </p:cNvPr>
            <p:cNvSpPr txBox="1"/>
            <p:nvPr/>
          </p:nvSpPr>
          <p:spPr>
            <a:xfrm>
              <a:off x="2874095" y="1185867"/>
              <a:ext cx="6089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Arr[6]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 Box 484">
              <a:extLst>
                <a:ext uri="{FF2B5EF4-FFF2-40B4-BE49-F238E27FC236}">
                  <a16:creationId xmlns:a16="http://schemas.microsoft.com/office/drawing/2014/main" id="{96332A35-A5D8-4FF7-9C7D-6106B8370009}"/>
                </a:ext>
              </a:extLst>
            </p:cNvPr>
            <p:cNvSpPr txBox="1"/>
            <p:nvPr/>
          </p:nvSpPr>
          <p:spPr>
            <a:xfrm>
              <a:off x="2419350" y="1195392"/>
              <a:ext cx="6089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Arr[5]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Text Box 484">
              <a:extLst>
                <a:ext uri="{FF2B5EF4-FFF2-40B4-BE49-F238E27FC236}">
                  <a16:creationId xmlns:a16="http://schemas.microsoft.com/office/drawing/2014/main" id="{5970BB1D-4067-491C-B68C-DF6DB0256EB9}"/>
                </a:ext>
              </a:extLst>
            </p:cNvPr>
            <p:cNvSpPr txBox="1"/>
            <p:nvPr/>
          </p:nvSpPr>
          <p:spPr>
            <a:xfrm>
              <a:off x="3284220" y="1166817"/>
              <a:ext cx="4946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Arr[7]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48AC052F-7537-43FE-9134-A24894E5F84A}"/>
              </a:ext>
            </a:extLst>
          </p:cNvPr>
          <p:cNvSpPr/>
          <p:nvPr/>
        </p:nvSpPr>
        <p:spPr>
          <a:xfrm>
            <a:off x="933450" y="4124324"/>
            <a:ext cx="4648200" cy="33337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5B8546C-82A3-4453-B050-50A178FF6977}"/>
              </a:ext>
            </a:extLst>
          </p:cNvPr>
          <p:cNvSpPr/>
          <p:nvPr/>
        </p:nvSpPr>
        <p:spPr>
          <a:xfrm>
            <a:off x="885065" y="5146535"/>
            <a:ext cx="4648200" cy="33337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1DF499B-25B2-4863-8D4B-F296BBFFFA1B}"/>
              </a:ext>
            </a:extLst>
          </p:cNvPr>
          <p:cNvSpPr/>
          <p:nvPr/>
        </p:nvSpPr>
        <p:spPr>
          <a:xfrm>
            <a:off x="970558" y="2739126"/>
            <a:ext cx="4648200" cy="33337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23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DBF282-C01B-437B-8B6E-85A5FBF86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887" y="828675"/>
            <a:ext cx="4695825" cy="4000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D413A467-9660-4C50-9F31-636ABB7D325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707886"/>
            <a:ext cx="6477000" cy="585483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12864971-3440-4693-8599-C6448CA5D6B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679022" y="2909404"/>
            <a:ext cx="3381375" cy="3602486"/>
          </a:xfrm>
          <a:prstGeom prst="rect">
            <a:avLst/>
          </a:prstGeom>
        </p:spPr>
      </p:pic>
      <p:grpSp>
        <p:nvGrpSpPr>
          <p:cNvPr id="60" name="Canvas 621">
            <a:extLst>
              <a:ext uri="{FF2B5EF4-FFF2-40B4-BE49-F238E27FC236}">
                <a16:creationId xmlns:a16="http://schemas.microsoft.com/office/drawing/2014/main" id="{E697766D-D1E7-4514-A251-B9353CD5028D}"/>
              </a:ext>
            </a:extLst>
          </p:cNvPr>
          <p:cNvGrpSpPr/>
          <p:nvPr/>
        </p:nvGrpSpPr>
        <p:grpSpPr>
          <a:xfrm>
            <a:off x="6937215" y="1145470"/>
            <a:ext cx="4794569" cy="1659890"/>
            <a:chOff x="0" y="0"/>
            <a:chExt cx="3779324" cy="1555115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0F264A5-43C8-4801-85BE-4458D33A4EB8}"/>
                </a:ext>
              </a:extLst>
            </p:cNvPr>
            <p:cNvSpPr/>
            <p:nvPr/>
          </p:nvSpPr>
          <p:spPr>
            <a:xfrm>
              <a:off x="0" y="0"/>
              <a:ext cx="3778885" cy="1555115"/>
            </a:xfrm>
            <a:prstGeom prst="rect">
              <a:avLst/>
            </a:prstGeom>
          </p:spPr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373C13E-8FDB-4FCB-B013-4435313C974B}"/>
                </a:ext>
              </a:extLst>
            </p:cNvPr>
            <p:cNvSpPr/>
            <p:nvPr/>
          </p:nvSpPr>
          <p:spPr>
            <a:xfrm>
              <a:off x="397949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3DF692F-5D6C-449E-A80E-C0AB912DADDC}"/>
                </a:ext>
              </a:extLst>
            </p:cNvPr>
            <p:cNvSpPr/>
            <p:nvPr/>
          </p:nvSpPr>
          <p:spPr>
            <a:xfrm>
              <a:off x="807524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9C20852-034F-4102-A4ED-0B1E6A5FED95}"/>
                </a:ext>
              </a:extLst>
            </p:cNvPr>
            <p:cNvSpPr/>
            <p:nvPr/>
          </p:nvSpPr>
          <p:spPr>
            <a:xfrm>
              <a:off x="1217099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76089D3-6643-475F-AC7F-BA454BD8243E}"/>
                </a:ext>
              </a:extLst>
            </p:cNvPr>
            <p:cNvSpPr/>
            <p:nvPr/>
          </p:nvSpPr>
          <p:spPr>
            <a:xfrm>
              <a:off x="1626674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1200" b="1" dirty="0">
                <a:effectLst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5FA11A1-CC91-4980-B917-538FD14E9E6E}"/>
                </a:ext>
              </a:extLst>
            </p:cNvPr>
            <p:cNvSpPr/>
            <p:nvPr/>
          </p:nvSpPr>
          <p:spPr>
            <a:xfrm>
              <a:off x="2036249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6C21715-10DB-4150-A279-3292B883DB66}"/>
                </a:ext>
              </a:extLst>
            </p:cNvPr>
            <p:cNvSpPr/>
            <p:nvPr/>
          </p:nvSpPr>
          <p:spPr>
            <a:xfrm>
              <a:off x="2445824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3DD8D75-0052-42EB-A57D-4D4AD79DE64D}"/>
                </a:ext>
              </a:extLst>
            </p:cNvPr>
            <p:cNvSpPr/>
            <p:nvPr/>
          </p:nvSpPr>
          <p:spPr>
            <a:xfrm>
              <a:off x="2855399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1200" b="1" dirty="0">
                <a:effectLst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054587D-9433-4C87-8208-7B8E4901E498}"/>
                </a:ext>
              </a:extLst>
            </p:cNvPr>
            <p:cNvSpPr/>
            <p:nvPr/>
          </p:nvSpPr>
          <p:spPr>
            <a:xfrm>
              <a:off x="3264974" y="633417"/>
              <a:ext cx="409575" cy="333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70" name="Text Box 588">
              <a:extLst>
                <a:ext uri="{FF2B5EF4-FFF2-40B4-BE49-F238E27FC236}">
                  <a16:creationId xmlns:a16="http://schemas.microsoft.com/office/drawing/2014/main" id="{4E2D2D68-8120-4CA7-9DF7-6291C4CF536E}"/>
                </a:ext>
              </a:extLst>
            </p:cNvPr>
            <p:cNvSpPr txBox="1"/>
            <p:nvPr/>
          </p:nvSpPr>
          <p:spPr>
            <a:xfrm>
              <a:off x="35999" y="62389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Text Box 589">
              <a:extLst>
                <a:ext uri="{FF2B5EF4-FFF2-40B4-BE49-F238E27FC236}">
                  <a16:creationId xmlns:a16="http://schemas.microsoft.com/office/drawing/2014/main" id="{2C3C7EAD-B737-4F44-9B78-54184B23E845}"/>
                </a:ext>
              </a:extLst>
            </p:cNvPr>
            <p:cNvSpPr txBox="1"/>
            <p:nvPr/>
          </p:nvSpPr>
          <p:spPr>
            <a:xfrm>
              <a:off x="483674" y="957267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0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Text Box 590">
              <a:extLst>
                <a:ext uri="{FF2B5EF4-FFF2-40B4-BE49-F238E27FC236}">
                  <a16:creationId xmlns:a16="http://schemas.microsoft.com/office/drawing/2014/main" id="{48C00EA8-6FAE-4570-B179-5DA9C38A3472}"/>
                </a:ext>
              </a:extLst>
            </p:cNvPr>
            <p:cNvSpPr txBox="1"/>
            <p:nvPr/>
          </p:nvSpPr>
          <p:spPr>
            <a:xfrm>
              <a:off x="883724" y="976317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1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Text Box 591">
              <a:extLst>
                <a:ext uri="{FF2B5EF4-FFF2-40B4-BE49-F238E27FC236}">
                  <a16:creationId xmlns:a16="http://schemas.microsoft.com/office/drawing/2014/main" id="{A7D7B6D5-78E7-4E24-95F2-D446D884FB5E}"/>
                </a:ext>
              </a:extLst>
            </p:cNvPr>
            <p:cNvSpPr txBox="1"/>
            <p:nvPr/>
          </p:nvSpPr>
          <p:spPr>
            <a:xfrm>
              <a:off x="1321874" y="98584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2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Text Box 592">
              <a:extLst>
                <a:ext uri="{FF2B5EF4-FFF2-40B4-BE49-F238E27FC236}">
                  <a16:creationId xmlns:a16="http://schemas.microsoft.com/office/drawing/2014/main" id="{DAA96704-4C97-4F1E-9171-D0C622B80150}"/>
                </a:ext>
              </a:extLst>
            </p:cNvPr>
            <p:cNvSpPr txBox="1"/>
            <p:nvPr/>
          </p:nvSpPr>
          <p:spPr>
            <a:xfrm>
              <a:off x="1712399" y="98584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3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Text Box 593">
              <a:extLst>
                <a:ext uri="{FF2B5EF4-FFF2-40B4-BE49-F238E27FC236}">
                  <a16:creationId xmlns:a16="http://schemas.microsoft.com/office/drawing/2014/main" id="{54D13478-66B3-48FB-94A8-93010961DE52}"/>
                </a:ext>
              </a:extLst>
            </p:cNvPr>
            <p:cNvSpPr txBox="1"/>
            <p:nvPr/>
          </p:nvSpPr>
          <p:spPr>
            <a:xfrm>
              <a:off x="2131499" y="100489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4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Text Box 594">
              <a:extLst>
                <a:ext uri="{FF2B5EF4-FFF2-40B4-BE49-F238E27FC236}">
                  <a16:creationId xmlns:a16="http://schemas.microsoft.com/office/drawing/2014/main" id="{6A4844CD-AC1E-433A-B82C-97B66E56ADD2}"/>
                </a:ext>
              </a:extLst>
            </p:cNvPr>
            <p:cNvSpPr txBox="1"/>
            <p:nvPr/>
          </p:nvSpPr>
          <p:spPr>
            <a:xfrm>
              <a:off x="2550599" y="100489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5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Text Box 595">
              <a:extLst>
                <a:ext uri="{FF2B5EF4-FFF2-40B4-BE49-F238E27FC236}">
                  <a16:creationId xmlns:a16="http://schemas.microsoft.com/office/drawing/2014/main" id="{147D1595-EA57-47E6-B115-15F16C9849CA}"/>
                </a:ext>
              </a:extLst>
            </p:cNvPr>
            <p:cNvSpPr txBox="1"/>
            <p:nvPr/>
          </p:nvSpPr>
          <p:spPr>
            <a:xfrm>
              <a:off x="2960174" y="1014417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6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Text Box 596">
              <a:extLst>
                <a:ext uri="{FF2B5EF4-FFF2-40B4-BE49-F238E27FC236}">
                  <a16:creationId xmlns:a16="http://schemas.microsoft.com/office/drawing/2014/main" id="{30DA0B77-EF36-4845-98C7-A6CB375C48BF}"/>
                </a:ext>
              </a:extLst>
            </p:cNvPr>
            <p:cNvSpPr txBox="1"/>
            <p:nvPr/>
          </p:nvSpPr>
          <p:spPr>
            <a:xfrm>
              <a:off x="3331649" y="1004892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7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Right Brace 78">
              <a:extLst>
                <a:ext uri="{FF2B5EF4-FFF2-40B4-BE49-F238E27FC236}">
                  <a16:creationId xmlns:a16="http://schemas.microsoft.com/office/drawing/2014/main" id="{D92930C3-B166-41B5-BD40-2A6315B2255D}"/>
                </a:ext>
              </a:extLst>
            </p:cNvPr>
            <p:cNvSpPr/>
            <p:nvPr/>
          </p:nvSpPr>
          <p:spPr>
            <a:xfrm rot="16200000">
              <a:off x="450336" y="252417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80" name="Right Brace 79">
              <a:extLst>
                <a:ext uri="{FF2B5EF4-FFF2-40B4-BE49-F238E27FC236}">
                  <a16:creationId xmlns:a16="http://schemas.microsoft.com/office/drawing/2014/main" id="{46689B82-93A8-42AA-B067-6CF005092479}"/>
                </a:ext>
              </a:extLst>
            </p:cNvPr>
            <p:cNvSpPr/>
            <p:nvPr/>
          </p:nvSpPr>
          <p:spPr>
            <a:xfrm rot="16200000">
              <a:off x="850387" y="252416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81" name="Right Brace 80">
              <a:extLst>
                <a:ext uri="{FF2B5EF4-FFF2-40B4-BE49-F238E27FC236}">
                  <a16:creationId xmlns:a16="http://schemas.microsoft.com/office/drawing/2014/main" id="{4F367870-1C27-4794-8482-1E2627ABEB94}"/>
                </a:ext>
              </a:extLst>
            </p:cNvPr>
            <p:cNvSpPr/>
            <p:nvPr/>
          </p:nvSpPr>
          <p:spPr>
            <a:xfrm rot="16200000">
              <a:off x="1269487" y="252417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82" name="Right Brace 81">
              <a:extLst>
                <a:ext uri="{FF2B5EF4-FFF2-40B4-BE49-F238E27FC236}">
                  <a16:creationId xmlns:a16="http://schemas.microsoft.com/office/drawing/2014/main" id="{DBA07821-0DEB-4DD5-A3ED-B3A5D7EF986B}"/>
                </a:ext>
              </a:extLst>
            </p:cNvPr>
            <p:cNvSpPr/>
            <p:nvPr/>
          </p:nvSpPr>
          <p:spPr>
            <a:xfrm rot="16200000">
              <a:off x="1679062" y="271467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83" name="Right Brace 82">
              <a:extLst>
                <a:ext uri="{FF2B5EF4-FFF2-40B4-BE49-F238E27FC236}">
                  <a16:creationId xmlns:a16="http://schemas.microsoft.com/office/drawing/2014/main" id="{9E82A8D3-E92B-4C01-828D-7BD013BF20B9}"/>
                </a:ext>
              </a:extLst>
            </p:cNvPr>
            <p:cNvSpPr/>
            <p:nvPr/>
          </p:nvSpPr>
          <p:spPr>
            <a:xfrm rot="16200000">
              <a:off x="2069588" y="271466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84" name="Right Brace 83">
              <a:extLst>
                <a:ext uri="{FF2B5EF4-FFF2-40B4-BE49-F238E27FC236}">
                  <a16:creationId xmlns:a16="http://schemas.microsoft.com/office/drawing/2014/main" id="{4707BECB-DBAA-42CA-A312-E33BCCDF82DE}"/>
                </a:ext>
              </a:extLst>
            </p:cNvPr>
            <p:cNvSpPr/>
            <p:nvPr/>
          </p:nvSpPr>
          <p:spPr>
            <a:xfrm rot="16200000">
              <a:off x="2498212" y="271466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85" name="Right Brace 84">
              <a:extLst>
                <a:ext uri="{FF2B5EF4-FFF2-40B4-BE49-F238E27FC236}">
                  <a16:creationId xmlns:a16="http://schemas.microsoft.com/office/drawing/2014/main" id="{94A5C1D6-E3BF-4F34-9674-1F2E49350B6F}"/>
                </a:ext>
              </a:extLst>
            </p:cNvPr>
            <p:cNvSpPr/>
            <p:nvPr/>
          </p:nvSpPr>
          <p:spPr>
            <a:xfrm rot="16200000">
              <a:off x="2907787" y="271466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86" name="Right Brace 85">
              <a:extLst>
                <a:ext uri="{FF2B5EF4-FFF2-40B4-BE49-F238E27FC236}">
                  <a16:creationId xmlns:a16="http://schemas.microsoft.com/office/drawing/2014/main" id="{4C52CF71-746A-4835-9667-DFF3470680CE}"/>
                </a:ext>
              </a:extLst>
            </p:cNvPr>
            <p:cNvSpPr/>
            <p:nvPr/>
          </p:nvSpPr>
          <p:spPr>
            <a:xfrm rot="16200000">
              <a:off x="3317362" y="271465"/>
              <a:ext cx="285750" cy="39052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b="1"/>
            </a:p>
          </p:txBody>
        </p:sp>
        <p:sp>
          <p:nvSpPr>
            <p:cNvPr id="87" name="Text Box 605">
              <a:extLst>
                <a:ext uri="{FF2B5EF4-FFF2-40B4-BE49-F238E27FC236}">
                  <a16:creationId xmlns:a16="http://schemas.microsoft.com/office/drawing/2014/main" id="{1AED40C3-228B-4837-9E8A-F72BA5D32797}"/>
                </a:ext>
              </a:extLst>
            </p:cNvPr>
            <p:cNvSpPr txBox="1"/>
            <p:nvPr/>
          </p:nvSpPr>
          <p:spPr>
            <a:xfrm>
              <a:off x="407474" y="0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Text Box 606">
              <a:extLst>
                <a:ext uri="{FF2B5EF4-FFF2-40B4-BE49-F238E27FC236}">
                  <a16:creationId xmlns:a16="http://schemas.microsoft.com/office/drawing/2014/main" id="{F0B8E221-7BC9-4056-AB42-8E78607150BD}"/>
                </a:ext>
              </a:extLst>
            </p:cNvPr>
            <p:cNvSpPr txBox="1"/>
            <p:nvPr/>
          </p:nvSpPr>
          <p:spPr>
            <a:xfrm>
              <a:off x="807524" y="0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Text Box 607">
              <a:extLst>
                <a:ext uri="{FF2B5EF4-FFF2-40B4-BE49-F238E27FC236}">
                  <a16:creationId xmlns:a16="http://schemas.microsoft.com/office/drawing/2014/main" id="{E622CBBF-D213-432A-84D1-69C407B37D73}"/>
                </a:ext>
              </a:extLst>
            </p:cNvPr>
            <p:cNvSpPr txBox="1"/>
            <p:nvPr/>
          </p:nvSpPr>
          <p:spPr>
            <a:xfrm>
              <a:off x="1264724" y="0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Text Box 608">
              <a:extLst>
                <a:ext uri="{FF2B5EF4-FFF2-40B4-BE49-F238E27FC236}">
                  <a16:creationId xmlns:a16="http://schemas.microsoft.com/office/drawing/2014/main" id="{4C08A4DA-E0EC-4647-B6A6-A6FD6D365AAB}"/>
                </a:ext>
              </a:extLst>
            </p:cNvPr>
            <p:cNvSpPr txBox="1"/>
            <p:nvPr/>
          </p:nvSpPr>
          <p:spPr>
            <a:xfrm>
              <a:off x="1645725" y="9529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Text Box 609">
              <a:extLst>
                <a:ext uri="{FF2B5EF4-FFF2-40B4-BE49-F238E27FC236}">
                  <a16:creationId xmlns:a16="http://schemas.microsoft.com/office/drawing/2014/main" id="{571C6A14-F128-4394-984C-01BE99FD41D0}"/>
                </a:ext>
              </a:extLst>
            </p:cNvPr>
            <p:cNvSpPr txBox="1"/>
            <p:nvPr/>
          </p:nvSpPr>
          <p:spPr>
            <a:xfrm>
              <a:off x="2036249" y="0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Text Box 610">
              <a:extLst>
                <a:ext uri="{FF2B5EF4-FFF2-40B4-BE49-F238E27FC236}">
                  <a16:creationId xmlns:a16="http://schemas.microsoft.com/office/drawing/2014/main" id="{9C2F0E49-ABFB-49BB-B4FF-095E4EC89110}"/>
                </a:ext>
              </a:extLst>
            </p:cNvPr>
            <p:cNvSpPr txBox="1"/>
            <p:nvPr/>
          </p:nvSpPr>
          <p:spPr>
            <a:xfrm>
              <a:off x="2464875" y="4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Text Box 611">
              <a:extLst>
                <a:ext uri="{FF2B5EF4-FFF2-40B4-BE49-F238E27FC236}">
                  <a16:creationId xmlns:a16="http://schemas.microsoft.com/office/drawing/2014/main" id="{E8E229FD-5ACB-411E-A4EC-2FE75339E63B}"/>
                </a:ext>
              </a:extLst>
            </p:cNvPr>
            <p:cNvSpPr txBox="1"/>
            <p:nvPr/>
          </p:nvSpPr>
          <p:spPr>
            <a:xfrm>
              <a:off x="2855399" y="9529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 Box 612">
              <a:extLst>
                <a:ext uri="{FF2B5EF4-FFF2-40B4-BE49-F238E27FC236}">
                  <a16:creationId xmlns:a16="http://schemas.microsoft.com/office/drawing/2014/main" id="{AB26A77F-4E48-45D3-A9DD-022DD12BF15B}"/>
                </a:ext>
              </a:extLst>
            </p:cNvPr>
            <p:cNvSpPr txBox="1"/>
            <p:nvPr/>
          </p:nvSpPr>
          <p:spPr>
            <a:xfrm>
              <a:off x="3264974" y="9529"/>
              <a:ext cx="44767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Text Box 613">
              <a:extLst>
                <a:ext uri="{FF2B5EF4-FFF2-40B4-BE49-F238E27FC236}">
                  <a16:creationId xmlns:a16="http://schemas.microsoft.com/office/drawing/2014/main" id="{6B863AE1-9C48-4247-8EB5-4002B7C15CFB}"/>
                </a:ext>
              </a:extLst>
            </p:cNvPr>
            <p:cNvSpPr txBox="1"/>
            <p:nvPr/>
          </p:nvSpPr>
          <p:spPr>
            <a:xfrm>
              <a:off x="376691" y="1166817"/>
              <a:ext cx="609599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Arr[0]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Text Box 614">
              <a:extLst>
                <a:ext uri="{FF2B5EF4-FFF2-40B4-BE49-F238E27FC236}">
                  <a16:creationId xmlns:a16="http://schemas.microsoft.com/office/drawing/2014/main" id="{9C64D7BC-34EC-48B8-AA45-B08741061BAC}"/>
                </a:ext>
              </a:extLst>
            </p:cNvPr>
            <p:cNvSpPr txBox="1"/>
            <p:nvPr/>
          </p:nvSpPr>
          <p:spPr>
            <a:xfrm>
              <a:off x="824366" y="1157292"/>
              <a:ext cx="609599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Arr[1]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Text Box 484">
              <a:extLst>
                <a:ext uri="{FF2B5EF4-FFF2-40B4-BE49-F238E27FC236}">
                  <a16:creationId xmlns:a16="http://schemas.microsoft.com/office/drawing/2014/main" id="{6D171427-4FBC-4F31-9F3E-D1172C74A3B0}"/>
                </a:ext>
              </a:extLst>
            </p:cNvPr>
            <p:cNvSpPr txBox="1"/>
            <p:nvPr/>
          </p:nvSpPr>
          <p:spPr>
            <a:xfrm>
              <a:off x="1188525" y="1166817"/>
              <a:ext cx="6089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Arr[2]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Text Box 484">
              <a:extLst>
                <a:ext uri="{FF2B5EF4-FFF2-40B4-BE49-F238E27FC236}">
                  <a16:creationId xmlns:a16="http://schemas.microsoft.com/office/drawing/2014/main" id="{23FFF3D2-11D6-4E9E-8E73-D479CEBF92F5}"/>
                </a:ext>
              </a:extLst>
            </p:cNvPr>
            <p:cNvSpPr txBox="1"/>
            <p:nvPr/>
          </p:nvSpPr>
          <p:spPr>
            <a:xfrm>
              <a:off x="1626463" y="1157292"/>
              <a:ext cx="6089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Arr[3]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Text Box 484">
              <a:extLst>
                <a:ext uri="{FF2B5EF4-FFF2-40B4-BE49-F238E27FC236}">
                  <a16:creationId xmlns:a16="http://schemas.microsoft.com/office/drawing/2014/main" id="{1B1232D6-3837-48A5-9212-23E67376398C}"/>
                </a:ext>
              </a:extLst>
            </p:cNvPr>
            <p:cNvSpPr txBox="1"/>
            <p:nvPr/>
          </p:nvSpPr>
          <p:spPr>
            <a:xfrm>
              <a:off x="2016988" y="1176342"/>
              <a:ext cx="6089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Arr[4]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Text Box 484">
              <a:extLst>
                <a:ext uri="{FF2B5EF4-FFF2-40B4-BE49-F238E27FC236}">
                  <a16:creationId xmlns:a16="http://schemas.microsoft.com/office/drawing/2014/main" id="{D1AF1995-8027-4C38-9C3C-122747314458}"/>
                </a:ext>
              </a:extLst>
            </p:cNvPr>
            <p:cNvSpPr txBox="1"/>
            <p:nvPr/>
          </p:nvSpPr>
          <p:spPr>
            <a:xfrm>
              <a:off x="2874095" y="1185867"/>
              <a:ext cx="6089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Arr[6]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Text Box 484">
              <a:extLst>
                <a:ext uri="{FF2B5EF4-FFF2-40B4-BE49-F238E27FC236}">
                  <a16:creationId xmlns:a16="http://schemas.microsoft.com/office/drawing/2014/main" id="{545BDC21-51F7-4338-A440-E55B0B6F9452}"/>
                </a:ext>
              </a:extLst>
            </p:cNvPr>
            <p:cNvSpPr txBox="1"/>
            <p:nvPr/>
          </p:nvSpPr>
          <p:spPr>
            <a:xfrm>
              <a:off x="2419350" y="1195392"/>
              <a:ext cx="6089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Arr[5]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Text Box 484">
              <a:extLst>
                <a:ext uri="{FF2B5EF4-FFF2-40B4-BE49-F238E27FC236}">
                  <a16:creationId xmlns:a16="http://schemas.microsoft.com/office/drawing/2014/main" id="{2D9EB3A8-CD6C-458F-ACF8-3B33FF2DD3E8}"/>
                </a:ext>
              </a:extLst>
            </p:cNvPr>
            <p:cNvSpPr txBox="1"/>
            <p:nvPr/>
          </p:nvSpPr>
          <p:spPr>
            <a:xfrm>
              <a:off x="3284220" y="1166817"/>
              <a:ext cx="494665" cy="3238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b="1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Arr[7]</a:t>
              </a:r>
              <a:endParaRPr lang="en-US" sz="1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5375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517417-0BB3-4121-8584-BBA7ECAF5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862012"/>
            <a:ext cx="3162300" cy="471571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EA9B3D5D-62A5-4EE1-ADB4-EE8089BEB38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322343" y="920639"/>
            <a:ext cx="1676400" cy="47157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D4E82149-8EC9-41C3-BC15-E6CAEA966F9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1333583"/>
            <a:ext cx="5605462" cy="519104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D3259D-29CE-4FC2-A313-EF41805AD9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6912" y="1604963"/>
            <a:ext cx="5110163" cy="2068248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97EA4FB2-0E99-406D-A278-A932BF3C3F8B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5605462" y="5818187"/>
            <a:ext cx="2440620" cy="47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086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AC046A-8C51-47F1-8A81-7AFA10CBA96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-1" y="707886"/>
            <a:ext cx="5267325" cy="582626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2F2143-6A07-4BE3-83F3-736EBBE0B62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267324" y="6115050"/>
            <a:ext cx="1833563" cy="4191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A0F1CA-7C4C-4B37-A3B1-423A26560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275" y="1777664"/>
            <a:ext cx="5924550" cy="23133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FC5FCE-AD14-46D6-9E46-DD90AAEF94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771203"/>
            <a:ext cx="3162300" cy="47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09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208536-FB4D-474C-9823-DF05A00297E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47662" y="1060311"/>
            <a:ext cx="2843213" cy="4572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3EFE0B-BEBF-41A2-87C8-758587890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737" y="2219325"/>
            <a:ext cx="7229475" cy="27432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5DB755B8-7D09-4DCC-B5EA-B61A92AD9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771203"/>
            <a:ext cx="3162300" cy="47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513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6E6184-BEDB-4F6B-8C08-FBA8DD69BF3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52487" y="1046262"/>
            <a:ext cx="4129088" cy="19240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6352BE-31BD-479A-99EF-5D57F16AB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771203"/>
            <a:ext cx="3162300" cy="4715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A9B31E7-6760-4223-BF51-7DDDBDDFC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875" y="3571875"/>
            <a:ext cx="5676900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552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B66DA-3025-45F7-B74E-B7F78900E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0" y="768070"/>
            <a:ext cx="3009900" cy="4095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6B5F29-5E45-42D9-B9C2-8A6BA6D91E4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" y="707885"/>
            <a:ext cx="6391275" cy="58738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6351A2-08E9-4189-9305-A8B7ACCA0CD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472237" y="5666067"/>
            <a:ext cx="4338638" cy="8477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86F6D0-88D1-4E12-AFB4-A57623F0BE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2800" y="1600200"/>
            <a:ext cx="3762375" cy="228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129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0BE3E8-F4FF-45C5-A4A7-5603D4F80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175" y="707886"/>
            <a:ext cx="3600450" cy="3905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8420D6-3DA3-447E-8522-67FBB82E87D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1117" y="707886"/>
            <a:ext cx="6674484" cy="584531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6E95F7-7EB7-4040-8473-87BBF77E4BD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734175" y="5172075"/>
            <a:ext cx="5426708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298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Multidimensional 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C1BF9B-0843-4A1E-847E-C6089ED89EA3}"/>
              </a:ext>
            </a:extLst>
          </p:cNvPr>
          <p:cNvSpPr/>
          <p:nvPr/>
        </p:nvSpPr>
        <p:spPr>
          <a:xfrm>
            <a:off x="260048" y="1034534"/>
            <a:ext cx="32645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Multi-dimensional array</a:t>
            </a:r>
            <a:endParaRPr 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C0B9F-D9DC-4C0F-BDEE-D29D21243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48" y="1679972"/>
            <a:ext cx="1231104" cy="4616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9B6E32-11A0-4B70-94C5-DFAEC759BE2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566987" y="2261889"/>
            <a:ext cx="7058026" cy="53816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04844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Multidimensional 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C1BF9B-0843-4A1E-847E-C6089ED89EA3}"/>
              </a:ext>
            </a:extLst>
          </p:cNvPr>
          <p:cNvSpPr/>
          <p:nvPr/>
        </p:nvSpPr>
        <p:spPr>
          <a:xfrm>
            <a:off x="260048" y="1034533"/>
            <a:ext cx="12591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2D array</a:t>
            </a:r>
            <a:endParaRPr lang="en-US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7837F0-884B-4D09-8CD0-A427C9F3B72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71625" y="2489597"/>
            <a:ext cx="2433638" cy="46166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440B03-6C7A-46B4-80D3-235D7C85B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475" y="1265366"/>
            <a:ext cx="4914900" cy="476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9208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Multidimensional 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ECE05C-5121-4CC7-81FA-A82DACA1D2E9}"/>
              </a:ext>
            </a:extLst>
          </p:cNvPr>
          <p:cNvSpPr/>
          <p:nvPr/>
        </p:nvSpPr>
        <p:spPr>
          <a:xfrm>
            <a:off x="260048" y="1034533"/>
            <a:ext cx="29948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2D array: initialization</a:t>
            </a:r>
            <a:endParaRPr lang="en-US" sz="2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B493C9-7A60-454E-AEDE-C06F1436CE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11707" y="2465485"/>
            <a:ext cx="5127093" cy="271105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F79317-C5EE-47BE-AA98-CB17C7FAD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20258"/>
            <a:ext cx="5314950" cy="497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611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Multidimensional 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ECE05C-5121-4CC7-81FA-A82DACA1D2E9}"/>
              </a:ext>
            </a:extLst>
          </p:cNvPr>
          <p:cNvSpPr/>
          <p:nvPr/>
        </p:nvSpPr>
        <p:spPr>
          <a:xfrm>
            <a:off x="260048" y="1034533"/>
            <a:ext cx="29948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2D array: initialization</a:t>
            </a:r>
            <a:endParaRPr lang="en-US" sz="2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BAE6FC-7721-49FB-8BB0-DE92E4D47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5" y="1918095"/>
            <a:ext cx="9239250" cy="1874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58A05A-115D-4AE2-B966-A1E76F038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6265" y="4290706"/>
            <a:ext cx="1759060" cy="221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042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A03B615-5C40-4D89-B265-D0DB87264D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572251" cy="68580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Multidimensional 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ECE05C-5121-4CC7-81FA-A82DACA1D2E9}"/>
              </a:ext>
            </a:extLst>
          </p:cNvPr>
          <p:cNvSpPr/>
          <p:nvPr/>
        </p:nvSpPr>
        <p:spPr>
          <a:xfrm>
            <a:off x="9384998" y="853558"/>
            <a:ext cx="13806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2D arrays</a:t>
            </a:r>
            <a:endParaRPr lang="en-US" sz="2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22E778-B84B-41B2-93E0-C49EAA7E4BC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572251" y="1315223"/>
            <a:ext cx="4991100" cy="5266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454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Multidimensional 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ECE05C-5121-4CC7-81FA-A82DACA1D2E9}"/>
              </a:ext>
            </a:extLst>
          </p:cNvPr>
          <p:cNvSpPr/>
          <p:nvPr/>
        </p:nvSpPr>
        <p:spPr>
          <a:xfrm>
            <a:off x="9384998" y="853558"/>
            <a:ext cx="13806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2D arrays</a:t>
            </a:r>
            <a:endParaRPr lang="en-US" sz="2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005F6C-8751-4D59-9BFD-DA9B4CAEE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084389"/>
            <a:ext cx="4133850" cy="16465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AC202B-2044-4244-ADCB-AB51AB5D9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6265" y="4290706"/>
            <a:ext cx="1759060" cy="221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7402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Multidimensional Arrays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ECE05C-5121-4CC7-81FA-A82DACA1D2E9}"/>
              </a:ext>
            </a:extLst>
          </p:cNvPr>
          <p:cNvSpPr/>
          <p:nvPr/>
        </p:nvSpPr>
        <p:spPr>
          <a:xfrm>
            <a:off x="9384998" y="853558"/>
            <a:ext cx="13806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2D arrays</a:t>
            </a:r>
            <a:endParaRPr lang="en-US" sz="2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AC202B-2044-4244-ADCB-AB51AB5D9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6265" y="4290706"/>
            <a:ext cx="1759060" cy="22142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35AA90-899B-475C-BC83-7F9E2B388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49" y="2030576"/>
            <a:ext cx="7086601" cy="226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995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2F30DA-C0BD-46C1-9A7D-25F47CC78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77" y="1387784"/>
            <a:ext cx="11687045" cy="45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2247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42112B-5A47-4385-87AA-69E1B52BA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97" y="941428"/>
            <a:ext cx="6047756" cy="536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463EFE-0173-4912-8619-BBB26669C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71" y="2212883"/>
            <a:ext cx="11283910" cy="42942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D378ED-187D-4630-B198-0DB164D10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334" y="1269281"/>
            <a:ext cx="11644369" cy="115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1091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6B4877-61BD-47F2-A480-6647A15DA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890587"/>
            <a:ext cx="4076700" cy="4286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DFC14C-3511-40B1-A233-9C2D99B27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501912"/>
            <a:ext cx="9314728" cy="398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5009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6B4877-61BD-47F2-A480-6647A15DA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890587"/>
            <a:ext cx="4076700" cy="4286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0CF4A8-EDEF-4451-834B-76200D870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501913"/>
            <a:ext cx="11802879" cy="7864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DCD5E4-E42C-415F-A0EB-5F1291C6C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3346312"/>
            <a:ext cx="7505700" cy="20097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673760-096C-4B4B-85D0-E54ACD059106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866900" y="2455053"/>
            <a:ext cx="2514600" cy="3238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422509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FBE716-C412-4662-AA38-715CED1F0EF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707886"/>
            <a:ext cx="6096000" cy="299733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9DF7AA-9C54-4B81-B957-500716C5177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3351282"/>
            <a:ext cx="4467225" cy="7078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1FC91C-AA32-497D-905D-DE01DDC2E50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3782943"/>
            <a:ext cx="6096000" cy="272111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010248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167395-323D-473E-9776-69B5699F2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" y="862012"/>
            <a:ext cx="3057525" cy="238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FCD92E-5F59-4956-AFDA-DB4057EDEDB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1319213"/>
            <a:ext cx="6462713" cy="392733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42645D-5BDB-477B-B69D-F8A3095496E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183245" y="4962524"/>
            <a:ext cx="4008755" cy="7905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32F0E1-30BA-4D84-8D69-DB36F791E215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183245" y="5857877"/>
            <a:ext cx="4008755" cy="68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8515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67315-37CB-4E4D-99E6-E97AB01A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2619375" cy="3238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D700E6-8F44-4270-99EA-369E47902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375" y="742950"/>
            <a:ext cx="3829050" cy="381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C05BBF-C52D-4B6B-B0B8-7E7E787C1A5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986087" y="1182826"/>
            <a:ext cx="5729288" cy="52863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F67AE3-4391-4033-8B7B-D2FC7E36D026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28575" y="1900237"/>
            <a:ext cx="7600950" cy="421481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5593C8-A6D1-4E5E-9DD0-AEDB94B425FC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7705725" y="5286375"/>
            <a:ext cx="4457700" cy="828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FAE402-4D87-4EB9-960C-6A6609C350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6666" y="1900237"/>
            <a:ext cx="4505334" cy="7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4460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67315-37CB-4E4D-99E6-E97AB01A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2619375" cy="3238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D700E6-8F44-4270-99EA-369E47902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375" y="742950"/>
            <a:ext cx="3829050" cy="381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E24939-DA6F-49D6-A842-C61848A916C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181350" y="1319212"/>
            <a:ext cx="5829300" cy="3810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D6545B-F302-454D-BC54-6DBB99C81CB2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90487" y="1895473"/>
            <a:ext cx="5829300" cy="464820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16B509-F324-447F-8665-DAD425228231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6005512" y="5457825"/>
            <a:ext cx="5081588" cy="857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B868AF-D14E-460E-B903-1282F99227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1344" y="1895473"/>
            <a:ext cx="6200169" cy="104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506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67315-37CB-4E4D-99E6-E97AB01A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2619375" cy="323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FEBC913-C330-47CB-AC7C-EA51919C3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587" y="804862"/>
            <a:ext cx="3419475" cy="3143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E642AC-3A08-4846-B76D-081F43E983A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-1" y="1216162"/>
            <a:ext cx="7058025" cy="533703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ACFD50-F086-414A-A5FB-EC1AB52C7A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0585" y="1560900"/>
            <a:ext cx="4865030" cy="131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2490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67315-37CB-4E4D-99E6-E97AB01A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2619375" cy="323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FEBC913-C330-47CB-AC7C-EA51919C3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587" y="804862"/>
            <a:ext cx="3419475" cy="314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1C9451-6F8D-4178-AE76-2818E0C8179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-1" y="1225687"/>
            <a:ext cx="6943725" cy="531798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895052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405813-B504-4863-88A4-C09DF0FA3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857250"/>
            <a:ext cx="2628900" cy="400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6DF4AD-904D-4E2A-B65B-304B1A56E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877" y="607292"/>
            <a:ext cx="6943946" cy="4999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5100E0-520B-4A49-95B2-7DC035E9C32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709877" y="1315178"/>
            <a:ext cx="3409950" cy="70788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BEBC94-F932-4CCB-9E2B-3BFDBA639E33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2800350" y="2162175"/>
            <a:ext cx="5362575" cy="49991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5A7ABB-8071-48CB-B434-656BB536FE2C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95249" y="2806421"/>
            <a:ext cx="6781801" cy="372772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878573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Todays Lecture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77C3F7-A166-4E0C-BD59-59784DD38244}"/>
              </a:ext>
            </a:extLst>
          </p:cNvPr>
          <p:cNvSpPr txBox="1"/>
          <p:nvPr/>
        </p:nvSpPr>
        <p:spPr>
          <a:xfrm>
            <a:off x="514350" y="933450"/>
            <a:ext cx="394928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Strings operations</a:t>
            </a:r>
          </a:p>
          <a:p>
            <a:r>
              <a:rPr lang="en-US" sz="4000" dirty="0"/>
              <a:t>Arrays of string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640833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 Operations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51A1E5-D60E-4BAC-9C0F-C37F5617B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41" y="707886"/>
            <a:ext cx="10857917" cy="774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19D978-E6A8-4058-A25B-3E351AC64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" y="1482145"/>
            <a:ext cx="2809875" cy="314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8143FD-A225-4261-92C1-F73A112FB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" y="1818556"/>
            <a:ext cx="962025" cy="371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76A3382-4C32-41D3-A4E7-8DC99600ABCC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-1" y="2464887"/>
            <a:ext cx="7286625" cy="407878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E85F549-4792-455B-9586-86B06DCE26E1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7286624" y="5762984"/>
            <a:ext cx="2771775" cy="7742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12C019A-E407-4703-B22D-BF6FBB53B4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3001" y="1743549"/>
            <a:ext cx="6151397" cy="7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6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 Operations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51A1E5-D60E-4BAC-9C0F-C37F5617B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41" y="707886"/>
            <a:ext cx="10857917" cy="774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19D978-E6A8-4058-A25B-3E351AC64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" y="1482145"/>
            <a:ext cx="2809875" cy="3143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959319B-98B9-4CD9-9D4F-F869AA14A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" y="1894756"/>
            <a:ext cx="942975" cy="295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44B037-5128-4441-B1A3-E265BD9750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7949" y="1658311"/>
            <a:ext cx="6145301" cy="7681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42A440-6648-4395-BEE7-58DDC4C8E385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0" y="2317310"/>
            <a:ext cx="7000875" cy="422636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18CABD-E873-4249-BDD1-7257A9826228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7000875" y="6056939"/>
            <a:ext cx="3362325" cy="48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17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 Operations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51A1E5-D60E-4BAC-9C0F-C37F5617B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41" y="707886"/>
            <a:ext cx="10857917" cy="774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19D978-E6A8-4058-A25B-3E351AC64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" y="1482145"/>
            <a:ext cx="2809875" cy="314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E171E9-952B-4FD5-A120-6B9FDF3D3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" y="1796470"/>
            <a:ext cx="1190625" cy="2762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E03C68-03AF-4EEA-B8C4-E27D4DA50548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0" y="2072694"/>
            <a:ext cx="7448550" cy="444240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401BECB-3496-4C4B-A8E8-64ADA54702C5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6096000" y="5762984"/>
            <a:ext cx="6119813" cy="7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693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 Operations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51A1E5-D60E-4BAC-9C0F-C37F5617B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41" y="707886"/>
            <a:ext cx="10857917" cy="774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19D978-E6A8-4058-A25B-3E351AC64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" y="1482145"/>
            <a:ext cx="2809875" cy="3143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EEB7617-7394-4B19-9042-6E01D264A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" y="1799506"/>
            <a:ext cx="2952750" cy="3905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B9394D-4119-42A1-9801-8FD5A9FC29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8588" y="2570729"/>
            <a:ext cx="8742422" cy="10425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6A6FFD-7D0D-4088-8F66-62AB791AD1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6767" y="3818325"/>
            <a:ext cx="8846063" cy="131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637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 Operations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51A1E5-D60E-4BAC-9C0F-C37F5617B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41" y="707886"/>
            <a:ext cx="10857917" cy="774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19D978-E6A8-4058-A25B-3E351AC64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" y="1482145"/>
            <a:ext cx="2809875" cy="3143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EEB7617-7394-4B19-9042-6E01D264A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" y="1799506"/>
            <a:ext cx="2952750" cy="3905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45F4D5-15D6-4E2E-8B06-F187383EAF6E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-1" y="2190031"/>
            <a:ext cx="7210425" cy="436316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4DEEE9-40AB-428B-ADB0-5BBB0D072207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7210424" y="5476875"/>
            <a:ext cx="4981576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33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 Operations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3DD985-C98B-487B-B86B-A292C8078EA1}"/>
              </a:ext>
            </a:extLst>
          </p:cNvPr>
          <p:cNvSpPr/>
          <p:nvPr/>
        </p:nvSpPr>
        <p:spPr>
          <a:xfrm>
            <a:off x="325445" y="834509"/>
            <a:ext cx="2273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Functions for C-string 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299ADC-A973-4616-95DC-D5A2298BA8A1}"/>
              </a:ext>
            </a:extLst>
          </p:cNvPr>
          <p:cNvSpPr/>
          <p:nvPr/>
        </p:nvSpPr>
        <p:spPr>
          <a:xfrm>
            <a:off x="7634287" y="2433683"/>
            <a:ext cx="31813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42021"/>
                </a:solidFill>
                <a:latin typeface="GoudySans-Book"/>
              </a:rPr>
              <a:t>Defined in the </a:t>
            </a:r>
            <a:r>
              <a:rPr lang="en-US" sz="1600" b="1" dirty="0" err="1">
                <a:solidFill>
                  <a:srgbClr val="00ADEE"/>
                </a:solidFill>
                <a:latin typeface="LucidaSansTypewriter-Bd"/>
              </a:rPr>
              <a:t>cstring</a:t>
            </a:r>
            <a:r>
              <a:rPr lang="en-US" sz="1600" b="1" dirty="0">
                <a:solidFill>
                  <a:srgbClr val="00ADEE"/>
                </a:solidFill>
                <a:latin typeface="LucidaSansTypewriter-Bd"/>
              </a:rPr>
              <a:t> </a:t>
            </a:r>
            <a:r>
              <a:rPr lang="en-US" dirty="0">
                <a:solidFill>
                  <a:srgbClr val="242021"/>
                </a:solidFill>
                <a:latin typeface="GoudySans-Book"/>
              </a:rPr>
              <a:t>header file or string.h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#include&lt;</a:t>
            </a:r>
            <a:r>
              <a:rPr lang="en-US" dirty="0" err="1"/>
              <a:t>cstring</a:t>
            </a:r>
            <a:r>
              <a:rPr lang="en-US" dirty="0"/>
              <a:t>&gt;</a:t>
            </a:r>
          </a:p>
          <a:p>
            <a:r>
              <a:rPr lang="en-US" dirty="0"/>
              <a:t>#include&lt;string.h&gt;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DFE2DE-D146-4DEE-B434-242CBDDD0B78}"/>
              </a:ext>
            </a:extLst>
          </p:cNvPr>
          <p:cNvSpPr/>
          <p:nvPr/>
        </p:nvSpPr>
        <p:spPr>
          <a:xfrm>
            <a:off x="153995" y="1198007"/>
            <a:ext cx="8947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strlen</a:t>
            </a: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()</a:t>
            </a:r>
            <a:endParaRPr lang="en-US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879001A-8516-47D4-825A-248FD74B0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0837"/>
            <a:ext cx="5467350" cy="23050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052744A-5F6E-44C1-B9B9-F98071AEA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475" y="4781908"/>
            <a:ext cx="3162300" cy="3619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F40BC21-3E32-4A3A-95FC-158AE1997A3B}"/>
              </a:ext>
            </a:extLst>
          </p:cNvPr>
          <p:cNvSpPr/>
          <p:nvPr/>
        </p:nvSpPr>
        <p:spPr>
          <a:xfrm>
            <a:off x="1462327" y="1250216"/>
            <a:ext cx="3392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Calculates the length of the string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0074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 Operations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3DD985-C98B-487B-B86B-A292C8078EA1}"/>
              </a:ext>
            </a:extLst>
          </p:cNvPr>
          <p:cNvSpPr/>
          <p:nvPr/>
        </p:nvSpPr>
        <p:spPr>
          <a:xfrm>
            <a:off x="325445" y="834509"/>
            <a:ext cx="2273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Functions for C-string 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1118DF-8CF1-4621-A243-A611AE4CC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45" y="1330464"/>
            <a:ext cx="914400" cy="304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EB5520-E0E1-4A71-B346-E512CBE8E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241" y="1203841"/>
            <a:ext cx="9364268" cy="7681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D5E2D1-1742-4BAA-B0BA-A798E5CE3031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-1" y="1858962"/>
            <a:ext cx="7096125" cy="469423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D505B9-1F24-4712-887D-842B7272438B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7096124" y="5549056"/>
            <a:ext cx="5019676" cy="95282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0299ADC-A973-4616-95DC-D5A2298BA8A1}"/>
              </a:ext>
            </a:extLst>
          </p:cNvPr>
          <p:cNvSpPr/>
          <p:nvPr/>
        </p:nvSpPr>
        <p:spPr>
          <a:xfrm>
            <a:off x="7634287" y="2433683"/>
            <a:ext cx="31813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42021"/>
                </a:solidFill>
                <a:latin typeface="GoudySans-Book"/>
              </a:rPr>
              <a:t>Defined in the </a:t>
            </a:r>
            <a:r>
              <a:rPr lang="en-US" sz="1600" b="1" dirty="0" err="1">
                <a:solidFill>
                  <a:srgbClr val="00ADEE"/>
                </a:solidFill>
                <a:latin typeface="LucidaSansTypewriter-Bd"/>
              </a:rPr>
              <a:t>cstring</a:t>
            </a:r>
            <a:r>
              <a:rPr lang="en-US" sz="1600" b="1" dirty="0">
                <a:solidFill>
                  <a:srgbClr val="00ADEE"/>
                </a:solidFill>
                <a:latin typeface="LucidaSansTypewriter-Bd"/>
              </a:rPr>
              <a:t> </a:t>
            </a:r>
            <a:r>
              <a:rPr lang="en-US" dirty="0">
                <a:solidFill>
                  <a:srgbClr val="242021"/>
                </a:solidFill>
                <a:latin typeface="GoudySans-Book"/>
              </a:rPr>
              <a:t>header file or string.h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#include&lt;</a:t>
            </a:r>
            <a:r>
              <a:rPr lang="en-US" dirty="0" err="1"/>
              <a:t>cstring</a:t>
            </a:r>
            <a:r>
              <a:rPr lang="en-US" dirty="0"/>
              <a:t>&gt;</a:t>
            </a:r>
          </a:p>
          <a:p>
            <a:r>
              <a:rPr lang="en-US" dirty="0"/>
              <a:t>#include&lt;string.h&gt;</a:t>
            </a:r>
          </a:p>
        </p:txBody>
      </p:sp>
    </p:spTree>
    <p:extLst>
      <p:ext uri="{BB962C8B-B14F-4D97-AF65-F5344CB8AC3E}">
        <p14:creationId xmlns:p14="http://schemas.microsoft.com/office/powerpoint/2010/main" val="401921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 Operations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3DD985-C98B-487B-B86B-A292C8078EA1}"/>
              </a:ext>
            </a:extLst>
          </p:cNvPr>
          <p:cNvSpPr/>
          <p:nvPr/>
        </p:nvSpPr>
        <p:spPr>
          <a:xfrm>
            <a:off x="325445" y="834509"/>
            <a:ext cx="2273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Functions for C-string </a:t>
            </a: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9BF5C8-A9F1-4171-98F0-E72A9D364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" y="1203841"/>
            <a:ext cx="847725" cy="361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174337-D3B4-4E84-AABA-A1BCD8E45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327" y="1165741"/>
            <a:ext cx="9992210" cy="10425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CF811B-F32C-41D7-A5B1-3F56F6D9E30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2128837"/>
            <a:ext cx="6734175" cy="441483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13BF65-112C-4FB5-AC15-A13CBD519F8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734175" y="6000750"/>
            <a:ext cx="5353050" cy="54292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B980048-F87C-40FC-A2BA-6FF49C6D29A7}"/>
              </a:ext>
            </a:extLst>
          </p:cNvPr>
          <p:cNvSpPr/>
          <p:nvPr/>
        </p:nvSpPr>
        <p:spPr>
          <a:xfrm>
            <a:off x="7634287" y="2433683"/>
            <a:ext cx="31813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42021"/>
                </a:solidFill>
                <a:latin typeface="GoudySans-Book"/>
              </a:rPr>
              <a:t>Defined in the </a:t>
            </a:r>
            <a:r>
              <a:rPr lang="en-US" sz="1600" b="1" dirty="0" err="1">
                <a:solidFill>
                  <a:srgbClr val="00ADEE"/>
                </a:solidFill>
                <a:latin typeface="LucidaSansTypewriter-Bd"/>
              </a:rPr>
              <a:t>cstring</a:t>
            </a:r>
            <a:r>
              <a:rPr lang="en-US" sz="1600" b="1" dirty="0">
                <a:solidFill>
                  <a:srgbClr val="00ADEE"/>
                </a:solidFill>
                <a:latin typeface="LucidaSansTypewriter-Bd"/>
              </a:rPr>
              <a:t> </a:t>
            </a:r>
            <a:r>
              <a:rPr lang="en-US" dirty="0">
                <a:solidFill>
                  <a:srgbClr val="242021"/>
                </a:solidFill>
                <a:latin typeface="GoudySans-Book"/>
              </a:rPr>
              <a:t>header file or string.h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#include&lt;</a:t>
            </a:r>
            <a:r>
              <a:rPr lang="en-US" dirty="0" err="1"/>
              <a:t>cstring</a:t>
            </a:r>
            <a:r>
              <a:rPr lang="en-US" dirty="0"/>
              <a:t>&gt;</a:t>
            </a:r>
          </a:p>
          <a:p>
            <a:r>
              <a:rPr lang="en-US" dirty="0"/>
              <a:t>#include&lt;string.h&gt;</a:t>
            </a:r>
          </a:p>
        </p:txBody>
      </p:sp>
    </p:spTree>
    <p:extLst>
      <p:ext uri="{BB962C8B-B14F-4D97-AF65-F5344CB8AC3E}">
        <p14:creationId xmlns:p14="http://schemas.microsoft.com/office/powerpoint/2010/main" val="1435789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 Operations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3DD985-C98B-487B-B86B-A292C8078EA1}"/>
              </a:ext>
            </a:extLst>
          </p:cNvPr>
          <p:cNvSpPr/>
          <p:nvPr/>
        </p:nvSpPr>
        <p:spPr>
          <a:xfrm>
            <a:off x="325445" y="834509"/>
            <a:ext cx="2273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Functions for C-string </a:t>
            </a:r>
            <a:endParaRPr lang="en-US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980048-F87C-40FC-A2BA-6FF49C6D29A7}"/>
              </a:ext>
            </a:extLst>
          </p:cNvPr>
          <p:cNvSpPr/>
          <p:nvPr/>
        </p:nvSpPr>
        <p:spPr>
          <a:xfrm>
            <a:off x="7167562" y="834509"/>
            <a:ext cx="31813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42021"/>
                </a:solidFill>
                <a:latin typeface="GoudySans-Book"/>
              </a:rPr>
              <a:t>Defined in the </a:t>
            </a:r>
            <a:r>
              <a:rPr lang="en-US" sz="1600" b="1" dirty="0" err="1">
                <a:solidFill>
                  <a:srgbClr val="00ADEE"/>
                </a:solidFill>
                <a:latin typeface="LucidaSansTypewriter-Bd"/>
              </a:rPr>
              <a:t>cstring</a:t>
            </a:r>
            <a:r>
              <a:rPr lang="en-US" sz="1600" b="1" dirty="0">
                <a:solidFill>
                  <a:srgbClr val="00ADEE"/>
                </a:solidFill>
                <a:latin typeface="LucidaSansTypewriter-Bd"/>
              </a:rPr>
              <a:t> </a:t>
            </a:r>
            <a:r>
              <a:rPr lang="en-US" dirty="0">
                <a:solidFill>
                  <a:srgbClr val="242021"/>
                </a:solidFill>
                <a:latin typeface="GoudySans-Book"/>
              </a:rPr>
              <a:t>header file or string.h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#include&lt;</a:t>
            </a:r>
            <a:r>
              <a:rPr lang="en-US" dirty="0" err="1"/>
              <a:t>cstring</a:t>
            </a:r>
            <a:r>
              <a:rPr lang="en-US" dirty="0"/>
              <a:t>&gt;</a:t>
            </a:r>
          </a:p>
          <a:p>
            <a:r>
              <a:rPr lang="en-US" dirty="0"/>
              <a:t>#include&lt;string.h&gt;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02DF00-787A-445F-91D5-0E9382DA0DC9}"/>
              </a:ext>
            </a:extLst>
          </p:cNvPr>
          <p:cNvSpPr/>
          <p:nvPr/>
        </p:nvSpPr>
        <p:spPr>
          <a:xfrm>
            <a:off x="115895" y="1203841"/>
            <a:ext cx="16306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Strsmp</a:t>
            </a:r>
            <a:r>
              <a:rPr lang="en-US" b="1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(st1,st2</a:t>
            </a: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endParaRPr lang="en-US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E549BB-9324-434B-B4CE-A18993FD0266}"/>
              </a:ext>
            </a:extLst>
          </p:cNvPr>
          <p:cNvSpPr/>
          <p:nvPr/>
        </p:nvSpPr>
        <p:spPr>
          <a:xfrm>
            <a:off x="1993439" y="1203841"/>
            <a:ext cx="2124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Compares two string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6FB62D-19A2-4530-9DD9-5229BA5D5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45" y="2266950"/>
            <a:ext cx="9629775" cy="3086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D373A1-73B7-46CC-92FB-ABEA09D03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290" y="2776231"/>
            <a:ext cx="1759060" cy="221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20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 Operations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3DD985-C98B-487B-B86B-A292C8078EA1}"/>
              </a:ext>
            </a:extLst>
          </p:cNvPr>
          <p:cNvSpPr/>
          <p:nvPr/>
        </p:nvSpPr>
        <p:spPr>
          <a:xfrm>
            <a:off x="325445" y="834509"/>
            <a:ext cx="2273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Functions for C-string </a:t>
            </a:r>
            <a:endParaRPr lang="en-US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980048-F87C-40FC-A2BA-6FF49C6D29A7}"/>
              </a:ext>
            </a:extLst>
          </p:cNvPr>
          <p:cNvSpPr/>
          <p:nvPr/>
        </p:nvSpPr>
        <p:spPr>
          <a:xfrm>
            <a:off x="7167562" y="834509"/>
            <a:ext cx="31813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42021"/>
                </a:solidFill>
                <a:latin typeface="GoudySans-Book"/>
              </a:rPr>
              <a:t>Defined in the </a:t>
            </a:r>
            <a:r>
              <a:rPr lang="en-US" sz="1600" b="1" dirty="0" err="1">
                <a:solidFill>
                  <a:srgbClr val="00ADEE"/>
                </a:solidFill>
                <a:latin typeface="LucidaSansTypewriter-Bd"/>
              </a:rPr>
              <a:t>cstring</a:t>
            </a:r>
            <a:r>
              <a:rPr lang="en-US" sz="1600" b="1" dirty="0">
                <a:solidFill>
                  <a:srgbClr val="00ADEE"/>
                </a:solidFill>
                <a:latin typeface="LucidaSansTypewriter-Bd"/>
              </a:rPr>
              <a:t> </a:t>
            </a:r>
            <a:r>
              <a:rPr lang="en-US" dirty="0">
                <a:solidFill>
                  <a:srgbClr val="242021"/>
                </a:solidFill>
                <a:latin typeface="GoudySans-Book"/>
              </a:rPr>
              <a:t>header file or string.h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#include&lt;</a:t>
            </a:r>
            <a:r>
              <a:rPr lang="en-US" dirty="0" err="1"/>
              <a:t>cstring</a:t>
            </a:r>
            <a:r>
              <a:rPr lang="en-US" dirty="0"/>
              <a:t>&gt;</a:t>
            </a:r>
          </a:p>
          <a:p>
            <a:r>
              <a:rPr lang="en-US" dirty="0"/>
              <a:t>#include&lt;string.h&gt;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02DF00-787A-445F-91D5-0E9382DA0DC9}"/>
              </a:ext>
            </a:extLst>
          </p:cNvPr>
          <p:cNvSpPr/>
          <p:nvPr/>
        </p:nvSpPr>
        <p:spPr>
          <a:xfrm>
            <a:off x="115895" y="1203841"/>
            <a:ext cx="16306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Strsmp</a:t>
            </a: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(st1,st2)</a:t>
            </a:r>
            <a:endParaRPr lang="en-US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E549BB-9324-434B-B4CE-A18993FD0266}"/>
              </a:ext>
            </a:extLst>
          </p:cNvPr>
          <p:cNvSpPr/>
          <p:nvPr/>
        </p:nvSpPr>
        <p:spPr>
          <a:xfrm>
            <a:off x="1993439" y="1203841"/>
            <a:ext cx="2124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Compares two string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D373A1-73B7-46CC-92FB-ABEA09D03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290" y="2776231"/>
            <a:ext cx="1759060" cy="221423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E8FDD6A-17FE-4465-8CDE-3A825D5FB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362" y="2230729"/>
            <a:ext cx="6805613" cy="293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380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 Operations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3DD985-C98B-487B-B86B-A292C8078EA1}"/>
              </a:ext>
            </a:extLst>
          </p:cNvPr>
          <p:cNvSpPr/>
          <p:nvPr/>
        </p:nvSpPr>
        <p:spPr>
          <a:xfrm>
            <a:off x="325445" y="834509"/>
            <a:ext cx="2135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Conversionfunctions</a:t>
            </a:r>
            <a:endParaRPr lang="en-US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980048-F87C-40FC-A2BA-6FF49C6D29A7}"/>
              </a:ext>
            </a:extLst>
          </p:cNvPr>
          <p:cNvSpPr/>
          <p:nvPr/>
        </p:nvSpPr>
        <p:spPr>
          <a:xfrm>
            <a:off x="7167562" y="834509"/>
            <a:ext cx="31813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42021"/>
                </a:solidFill>
                <a:latin typeface="GoudySans-Book"/>
              </a:rPr>
              <a:t>Defined in the </a:t>
            </a:r>
            <a:r>
              <a:rPr lang="en-US" sz="1600" b="1" dirty="0" err="1">
                <a:solidFill>
                  <a:srgbClr val="00ADEE"/>
                </a:solidFill>
                <a:latin typeface="LucidaSansTypewriter-Bd"/>
              </a:rPr>
              <a:t>cstring</a:t>
            </a:r>
            <a:r>
              <a:rPr lang="en-US" sz="1600" b="1" dirty="0">
                <a:solidFill>
                  <a:srgbClr val="00ADEE"/>
                </a:solidFill>
                <a:latin typeface="LucidaSansTypewriter-Bd"/>
              </a:rPr>
              <a:t> </a:t>
            </a:r>
            <a:r>
              <a:rPr lang="en-US" dirty="0">
                <a:solidFill>
                  <a:srgbClr val="242021"/>
                </a:solidFill>
                <a:latin typeface="GoudySans-Book"/>
              </a:rPr>
              <a:t>header file or string.h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#include&lt;</a:t>
            </a:r>
            <a:r>
              <a:rPr lang="en-US" b="1" dirty="0">
                <a:solidFill>
                  <a:srgbClr val="00ADEE"/>
                </a:solidFill>
                <a:latin typeface="LucidaSansTypewriter-Bd"/>
              </a:rPr>
              <a:t> </a:t>
            </a:r>
            <a:r>
              <a:rPr lang="en-US" b="1" dirty="0" err="1">
                <a:solidFill>
                  <a:srgbClr val="00ADEE"/>
                </a:solidFill>
                <a:latin typeface="LucidaSansTypewriter-Bd"/>
              </a:rPr>
              <a:t>cstdlib</a:t>
            </a:r>
            <a:r>
              <a:rPr lang="en-US" b="1" dirty="0">
                <a:solidFill>
                  <a:srgbClr val="00ADEE"/>
                </a:solidFill>
                <a:latin typeface="LucidaSansTypewriter-Bd"/>
              </a:rPr>
              <a:t> </a:t>
            </a:r>
            <a:r>
              <a:rPr lang="en-US" dirty="0"/>
              <a:t>&gt;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D373A1-73B7-46CC-92FB-ABEA09D03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290" y="2776231"/>
            <a:ext cx="1759060" cy="221423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A3808F4-FB21-4AC6-8242-597DEDA3CA06}"/>
              </a:ext>
            </a:extLst>
          </p:cNvPr>
          <p:cNvSpPr/>
          <p:nvPr/>
        </p:nvSpPr>
        <p:spPr>
          <a:xfrm>
            <a:off x="257175" y="120384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 err="1">
                <a:solidFill>
                  <a:srgbClr val="00ADEE"/>
                </a:solidFill>
                <a:latin typeface="LucidaSansTypewriter-Bd"/>
              </a:rPr>
              <a:t>atoi</a:t>
            </a:r>
            <a:r>
              <a:rPr lang="en-US" dirty="0">
                <a:solidFill>
                  <a:srgbClr val="242021"/>
                </a:solidFill>
                <a:latin typeface="GoudySans-Book"/>
              </a:rPr>
              <a:t>, </a:t>
            </a:r>
            <a:r>
              <a:rPr lang="en-US" sz="1600" b="1" dirty="0" err="1">
                <a:solidFill>
                  <a:srgbClr val="00ADEE"/>
                </a:solidFill>
                <a:latin typeface="LucidaSansTypewriter-Bd"/>
              </a:rPr>
              <a:t>atof</a:t>
            </a:r>
            <a:r>
              <a:rPr lang="en-US" dirty="0">
                <a:solidFill>
                  <a:srgbClr val="242021"/>
                </a:solidFill>
                <a:latin typeface="GoudySans-Book"/>
              </a:rPr>
              <a:t>, </a:t>
            </a:r>
            <a:r>
              <a:rPr lang="en-US" sz="1600" b="1" dirty="0" err="1">
                <a:solidFill>
                  <a:srgbClr val="00ADEE"/>
                </a:solidFill>
                <a:latin typeface="LucidaSansTypewriter-Bd"/>
              </a:rPr>
              <a:t>atol</a:t>
            </a:r>
            <a:r>
              <a:rPr lang="en-US" dirty="0">
                <a:solidFill>
                  <a:srgbClr val="242021"/>
                </a:solidFill>
                <a:latin typeface="GoudySans-Book"/>
              </a:rPr>
              <a:t>, and </a:t>
            </a:r>
            <a:r>
              <a:rPr lang="en-US" sz="1600" b="1" dirty="0" err="1">
                <a:solidFill>
                  <a:srgbClr val="00ADEE"/>
                </a:solidFill>
                <a:latin typeface="LucidaSansTypewriter-Bd"/>
              </a:rPr>
              <a:t>itoa</a:t>
            </a:r>
            <a:r>
              <a:rPr lang="en-US" sz="1600" b="1" dirty="0">
                <a:solidFill>
                  <a:srgbClr val="00ADEE"/>
                </a:solidFill>
                <a:latin typeface="LucidaSansTypewriter-Bd"/>
              </a:rPr>
              <a:t> </a:t>
            </a:r>
            <a:r>
              <a:rPr lang="en-US" dirty="0">
                <a:solidFill>
                  <a:srgbClr val="242021"/>
                </a:solidFill>
                <a:latin typeface="GoudySans-Book"/>
              </a:rPr>
              <a:t>are defined in the </a:t>
            </a:r>
            <a:r>
              <a:rPr lang="en-US" sz="1600" b="1" dirty="0" err="1">
                <a:solidFill>
                  <a:srgbClr val="00ADEE"/>
                </a:solidFill>
                <a:latin typeface="LucidaSansTypewriter-Bd"/>
              </a:rPr>
              <a:t>cstdlib</a:t>
            </a:r>
            <a:r>
              <a:rPr lang="en-US" sz="1600" b="1" dirty="0">
                <a:solidFill>
                  <a:srgbClr val="00ADEE"/>
                </a:solidFill>
                <a:latin typeface="LucidaSansTypewriter-Bd"/>
              </a:rPr>
              <a:t> </a:t>
            </a:r>
            <a:r>
              <a:rPr lang="en-US" dirty="0">
                <a:solidFill>
                  <a:srgbClr val="242021"/>
                </a:solidFill>
                <a:latin typeface="GoudySans-Book"/>
              </a:rPr>
              <a:t>function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F1206E-F59E-445C-9988-0D4BC15EBDE6}"/>
              </a:ext>
            </a:extLst>
          </p:cNvPr>
          <p:cNvSpPr/>
          <p:nvPr/>
        </p:nvSpPr>
        <p:spPr>
          <a:xfrm>
            <a:off x="161925" y="1818745"/>
            <a:ext cx="81343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atoi</a:t>
            </a:r>
            <a:r>
              <a:rPr lang="en-US" b="1" dirty="0"/>
              <a:t> </a:t>
            </a:r>
            <a:r>
              <a:rPr lang="en-US" dirty="0">
                <a:solidFill>
                  <a:srgbClr val="242021"/>
                </a:solidFill>
                <a:latin typeface="Times-Roman"/>
              </a:rPr>
              <a:t>can be used to convert a C-string into an integer of the </a:t>
            </a:r>
            <a:r>
              <a:rPr lang="en-US" b="1" dirty="0"/>
              <a:t>int </a:t>
            </a:r>
            <a:r>
              <a:rPr lang="en-US" dirty="0">
                <a:solidFill>
                  <a:srgbClr val="242021"/>
                </a:solidFill>
                <a:latin typeface="Times-Roman"/>
              </a:rPr>
              <a:t>type</a:t>
            </a:r>
          </a:p>
          <a:p>
            <a:r>
              <a:rPr lang="en-US" b="1" dirty="0" err="1"/>
              <a:t>atol</a:t>
            </a:r>
            <a:r>
              <a:rPr lang="en-US" b="1" dirty="0"/>
              <a:t> </a:t>
            </a:r>
            <a:r>
              <a:rPr lang="en-US" dirty="0"/>
              <a:t>can be used to convert a C-string into an integer of the </a:t>
            </a:r>
            <a:r>
              <a:rPr lang="en-US" b="1" dirty="0"/>
              <a:t>long </a:t>
            </a:r>
            <a:r>
              <a:rPr lang="en-US" dirty="0"/>
              <a:t>type </a:t>
            </a:r>
            <a:br>
              <a:rPr lang="en-US" dirty="0"/>
            </a:br>
            <a:r>
              <a:rPr lang="en-US" b="1" dirty="0" err="1"/>
              <a:t>atof</a:t>
            </a:r>
            <a:r>
              <a:rPr lang="en-US" b="1" dirty="0"/>
              <a:t> </a:t>
            </a:r>
            <a:r>
              <a:rPr lang="en-US" dirty="0"/>
              <a:t>can be used to convert a C-string into a floating-point number </a:t>
            </a:r>
            <a:br>
              <a:rPr lang="en-US" dirty="0"/>
            </a:br>
            <a:r>
              <a:rPr lang="en-US" b="1" dirty="0" err="1"/>
              <a:t>itoa</a:t>
            </a:r>
            <a:r>
              <a:rPr lang="en-US" b="1" dirty="0"/>
              <a:t> </a:t>
            </a:r>
            <a:r>
              <a:rPr lang="en-US" dirty="0"/>
              <a:t>can be used to convert an integer into a C-string </a:t>
            </a:r>
            <a:endParaRPr lang="en-US" dirty="0">
              <a:solidFill>
                <a:srgbClr val="242021"/>
              </a:solidFill>
              <a:latin typeface="Times-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EEB9F6-39AE-4184-ACFE-8E39D8B27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3429000"/>
            <a:ext cx="518160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05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 Operations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3DD985-C98B-487B-B86B-A292C8078EA1}"/>
              </a:ext>
            </a:extLst>
          </p:cNvPr>
          <p:cNvSpPr/>
          <p:nvPr/>
        </p:nvSpPr>
        <p:spPr>
          <a:xfrm>
            <a:off x="325445" y="834509"/>
            <a:ext cx="2135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Conversionfunctions</a:t>
            </a:r>
            <a:endParaRPr lang="en-US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980048-F87C-40FC-A2BA-6FF49C6D29A7}"/>
              </a:ext>
            </a:extLst>
          </p:cNvPr>
          <p:cNvSpPr/>
          <p:nvPr/>
        </p:nvSpPr>
        <p:spPr>
          <a:xfrm>
            <a:off x="7167562" y="834509"/>
            <a:ext cx="31813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42021"/>
                </a:solidFill>
                <a:latin typeface="GoudySans-Book"/>
              </a:rPr>
              <a:t>Defined in the </a:t>
            </a:r>
            <a:r>
              <a:rPr lang="en-US" sz="1600" b="1" dirty="0" err="1">
                <a:solidFill>
                  <a:srgbClr val="00ADEE"/>
                </a:solidFill>
                <a:latin typeface="LucidaSansTypewriter-Bd"/>
              </a:rPr>
              <a:t>cstring</a:t>
            </a:r>
            <a:r>
              <a:rPr lang="en-US" sz="1600" b="1" dirty="0">
                <a:solidFill>
                  <a:srgbClr val="00ADEE"/>
                </a:solidFill>
                <a:latin typeface="LucidaSansTypewriter-Bd"/>
              </a:rPr>
              <a:t> </a:t>
            </a:r>
            <a:r>
              <a:rPr lang="en-US" dirty="0">
                <a:solidFill>
                  <a:srgbClr val="242021"/>
                </a:solidFill>
                <a:latin typeface="GoudySans-Book"/>
              </a:rPr>
              <a:t>header file or string.h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#include&lt;</a:t>
            </a:r>
            <a:r>
              <a:rPr lang="en-US" b="1" dirty="0">
                <a:solidFill>
                  <a:srgbClr val="00ADEE"/>
                </a:solidFill>
                <a:latin typeface="LucidaSansTypewriter-Bd"/>
              </a:rPr>
              <a:t> </a:t>
            </a:r>
            <a:r>
              <a:rPr lang="en-US" b="1" dirty="0" err="1">
                <a:solidFill>
                  <a:srgbClr val="00ADEE"/>
                </a:solidFill>
                <a:latin typeface="LucidaSansTypewriter-Bd"/>
              </a:rPr>
              <a:t>cstdlib</a:t>
            </a:r>
            <a:r>
              <a:rPr lang="en-US" b="1" dirty="0">
                <a:solidFill>
                  <a:srgbClr val="00ADEE"/>
                </a:solidFill>
                <a:latin typeface="LucidaSansTypewriter-Bd"/>
              </a:rPr>
              <a:t> </a:t>
            </a:r>
            <a:r>
              <a:rPr lang="en-US" dirty="0"/>
              <a:t>&gt;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D373A1-73B7-46CC-92FB-ABEA09D03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290" y="2776231"/>
            <a:ext cx="1759060" cy="221423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A3808F4-FB21-4AC6-8242-597DEDA3CA06}"/>
              </a:ext>
            </a:extLst>
          </p:cNvPr>
          <p:cNvSpPr/>
          <p:nvPr/>
        </p:nvSpPr>
        <p:spPr>
          <a:xfrm>
            <a:off x="257175" y="120384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 err="1">
                <a:solidFill>
                  <a:srgbClr val="00ADEE"/>
                </a:solidFill>
                <a:latin typeface="LucidaSansTypewriter-Bd"/>
              </a:rPr>
              <a:t>atoi</a:t>
            </a:r>
            <a:r>
              <a:rPr lang="en-US" dirty="0">
                <a:solidFill>
                  <a:srgbClr val="242021"/>
                </a:solidFill>
                <a:latin typeface="GoudySans-Book"/>
              </a:rPr>
              <a:t>, </a:t>
            </a:r>
            <a:r>
              <a:rPr lang="en-US" sz="1600" b="1" dirty="0" err="1">
                <a:solidFill>
                  <a:srgbClr val="00ADEE"/>
                </a:solidFill>
                <a:latin typeface="LucidaSansTypewriter-Bd"/>
              </a:rPr>
              <a:t>atof</a:t>
            </a:r>
            <a:r>
              <a:rPr lang="en-US" dirty="0">
                <a:solidFill>
                  <a:srgbClr val="242021"/>
                </a:solidFill>
                <a:latin typeface="GoudySans-Book"/>
              </a:rPr>
              <a:t>, </a:t>
            </a:r>
            <a:r>
              <a:rPr lang="en-US" sz="1600" b="1" dirty="0" err="1">
                <a:solidFill>
                  <a:srgbClr val="00ADEE"/>
                </a:solidFill>
                <a:latin typeface="LucidaSansTypewriter-Bd"/>
              </a:rPr>
              <a:t>atol</a:t>
            </a:r>
            <a:r>
              <a:rPr lang="en-US" dirty="0">
                <a:solidFill>
                  <a:srgbClr val="242021"/>
                </a:solidFill>
                <a:latin typeface="GoudySans-Book"/>
              </a:rPr>
              <a:t>, and </a:t>
            </a:r>
            <a:r>
              <a:rPr lang="en-US" sz="1600" b="1" dirty="0" err="1">
                <a:solidFill>
                  <a:srgbClr val="00ADEE"/>
                </a:solidFill>
                <a:latin typeface="LucidaSansTypewriter-Bd"/>
              </a:rPr>
              <a:t>itoa</a:t>
            </a:r>
            <a:r>
              <a:rPr lang="en-US" sz="1600" b="1" dirty="0">
                <a:solidFill>
                  <a:srgbClr val="00ADEE"/>
                </a:solidFill>
                <a:latin typeface="LucidaSansTypewriter-Bd"/>
              </a:rPr>
              <a:t> </a:t>
            </a:r>
            <a:r>
              <a:rPr lang="en-US" dirty="0">
                <a:solidFill>
                  <a:srgbClr val="242021"/>
                </a:solidFill>
                <a:latin typeface="GoudySans-Book"/>
              </a:rPr>
              <a:t>are defined in the </a:t>
            </a:r>
            <a:r>
              <a:rPr lang="en-US" sz="1600" b="1" dirty="0" err="1">
                <a:solidFill>
                  <a:srgbClr val="00ADEE"/>
                </a:solidFill>
                <a:latin typeface="LucidaSansTypewriter-Bd"/>
              </a:rPr>
              <a:t>cstdlib</a:t>
            </a:r>
            <a:r>
              <a:rPr lang="en-US" sz="1600" b="1" dirty="0">
                <a:solidFill>
                  <a:srgbClr val="00ADEE"/>
                </a:solidFill>
                <a:latin typeface="LucidaSansTypewriter-Bd"/>
              </a:rPr>
              <a:t> </a:t>
            </a:r>
            <a:r>
              <a:rPr lang="en-US" dirty="0">
                <a:solidFill>
                  <a:srgbClr val="242021"/>
                </a:solidFill>
                <a:latin typeface="GoudySans-Book"/>
              </a:rPr>
              <a:t>function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F1206E-F59E-445C-9988-0D4BC15EBDE6}"/>
              </a:ext>
            </a:extLst>
          </p:cNvPr>
          <p:cNvSpPr/>
          <p:nvPr/>
        </p:nvSpPr>
        <p:spPr>
          <a:xfrm>
            <a:off x="161925" y="1818745"/>
            <a:ext cx="81343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atoi</a:t>
            </a:r>
            <a:r>
              <a:rPr lang="en-US" b="1" dirty="0"/>
              <a:t> </a:t>
            </a:r>
            <a:r>
              <a:rPr lang="en-US" dirty="0">
                <a:solidFill>
                  <a:srgbClr val="242021"/>
                </a:solidFill>
                <a:latin typeface="Times-Roman"/>
              </a:rPr>
              <a:t>can be used to convert a C-string into an integer of the </a:t>
            </a:r>
            <a:r>
              <a:rPr lang="en-US" b="1" dirty="0"/>
              <a:t>int </a:t>
            </a:r>
            <a:r>
              <a:rPr lang="en-US" dirty="0">
                <a:solidFill>
                  <a:srgbClr val="242021"/>
                </a:solidFill>
                <a:latin typeface="Times-Roman"/>
              </a:rPr>
              <a:t>type</a:t>
            </a:r>
          </a:p>
          <a:p>
            <a:r>
              <a:rPr lang="en-US" b="1" dirty="0" err="1"/>
              <a:t>atol</a:t>
            </a:r>
            <a:r>
              <a:rPr lang="en-US" b="1" dirty="0"/>
              <a:t> </a:t>
            </a:r>
            <a:r>
              <a:rPr lang="en-US" dirty="0"/>
              <a:t>can be used to convert a C-string into an integer of the </a:t>
            </a:r>
            <a:r>
              <a:rPr lang="en-US" b="1" dirty="0"/>
              <a:t>long </a:t>
            </a:r>
            <a:r>
              <a:rPr lang="en-US" dirty="0"/>
              <a:t>type </a:t>
            </a:r>
            <a:br>
              <a:rPr lang="en-US" dirty="0"/>
            </a:br>
            <a:r>
              <a:rPr lang="en-US" b="1" dirty="0" err="1"/>
              <a:t>atof</a:t>
            </a:r>
            <a:r>
              <a:rPr lang="en-US" b="1" dirty="0"/>
              <a:t> </a:t>
            </a:r>
            <a:r>
              <a:rPr lang="en-US" dirty="0"/>
              <a:t>can be used to convert a C-string into a floating-point number </a:t>
            </a:r>
            <a:br>
              <a:rPr lang="en-US" dirty="0"/>
            </a:br>
            <a:r>
              <a:rPr lang="en-US" b="1" dirty="0" err="1"/>
              <a:t>itoa</a:t>
            </a:r>
            <a:r>
              <a:rPr lang="en-US" b="1" dirty="0"/>
              <a:t> </a:t>
            </a:r>
            <a:r>
              <a:rPr lang="en-US" dirty="0"/>
              <a:t>can be used to convert an integer into a C-string </a:t>
            </a:r>
            <a:endParaRPr lang="en-US" dirty="0">
              <a:solidFill>
                <a:srgbClr val="242021"/>
              </a:solidFill>
              <a:latin typeface="Times-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CF7B5E-E711-4684-9E03-3E95F6B72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3638434"/>
            <a:ext cx="504825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439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 Operations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3DD985-C98B-487B-B86B-A292C8078EA1}"/>
              </a:ext>
            </a:extLst>
          </p:cNvPr>
          <p:cNvSpPr/>
          <p:nvPr/>
        </p:nvSpPr>
        <p:spPr>
          <a:xfrm>
            <a:off x="325445" y="834509"/>
            <a:ext cx="2135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Conversionfunctions</a:t>
            </a:r>
            <a:endParaRPr lang="en-US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980048-F87C-40FC-A2BA-6FF49C6D29A7}"/>
              </a:ext>
            </a:extLst>
          </p:cNvPr>
          <p:cNvSpPr/>
          <p:nvPr/>
        </p:nvSpPr>
        <p:spPr>
          <a:xfrm>
            <a:off x="7167562" y="834509"/>
            <a:ext cx="31813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42021"/>
                </a:solidFill>
                <a:latin typeface="GoudySans-Book"/>
              </a:rPr>
              <a:t>Defined in the </a:t>
            </a:r>
            <a:r>
              <a:rPr lang="en-US" sz="1600" b="1" dirty="0" err="1">
                <a:solidFill>
                  <a:srgbClr val="00ADEE"/>
                </a:solidFill>
                <a:latin typeface="LucidaSansTypewriter-Bd"/>
              </a:rPr>
              <a:t>cstring</a:t>
            </a:r>
            <a:r>
              <a:rPr lang="en-US" sz="1600" b="1" dirty="0">
                <a:solidFill>
                  <a:srgbClr val="00ADEE"/>
                </a:solidFill>
                <a:latin typeface="LucidaSansTypewriter-Bd"/>
              </a:rPr>
              <a:t> </a:t>
            </a:r>
            <a:r>
              <a:rPr lang="en-US" dirty="0">
                <a:solidFill>
                  <a:srgbClr val="242021"/>
                </a:solidFill>
                <a:latin typeface="GoudySans-Book"/>
              </a:rPr>
              <a:t>header file or string.h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#include&lt;</a:t>
            </a:r>
            <a:r>
              <a:rPr lang="en-US" b="1" dirty="0">
                <a:solidFill>
                  <a:srgbClr val="00ADEE"/>
                </a:solidFill>
                <a:latin typeface="LucidaSansTypewriter-Bd"/>
              </a:rPr>
              <a:t> </a:t>
            </a:r>
            <a:r>
              <a:rPr lang="en-US" b="1" dirty="0" err="1">
                <a:solidFill>
                  <a:srgbClr val="00ADEE"/>
                </a:solidFill>
                <a:latin typeface="LucidaSansTypewriter-Bd"/>
              </a:rPr>
              <a:t>cstdlib</a:t>
            </a:r>
            <a:r>
              <a:rPr lang="en-US" b="1" dirty="0">
                <a:solidFill>
                  <a:srgbClr val="00ADEE"/>
                </a:solidFill>
                <a:latin typeface="LucidaSansTypewriter-Bd"/>
              </a:rPr>
              <a:t> </a:t>
            </a:r>
            <a:r>
              <a:rPr lang="en-US" dirty="0"/>
              <a:t>&gt;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D373A1-73B7-46CC-92FB-ABEA09D03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290" y="2776231"/>
            <a:ext cx="1759060" cy="221423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A3808F4-FB21-4AC6-8242-597DEDA3CA06}"/>
              </a:ext>
            </a:extLst>
          </p:cNvPr>
          <p:cNvSpPr/>
          <p:nvPr/>
        </p:nvSpPr>
        <p:spPr>
          <a:xfrm>
            <a:off x="257175" y="120384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 err="1">
                <a:solidFill>
                  <a:srgbClr val="00ADEE"/>
                </a:solidFill>
                <a:latin typeface="LucidaSansTypewriter-Bd"/>
              </a:rPr>
              <a:t>atoi</a:t>
            </a:r>
            <a:r>
              <a:rPr lang="en-US" dirty="0">
                <a:solidFill>
                  <a:srgbClr val="242021"/>
                </a:solidFill>
                <a:latin typeface="GoudySans-Book"/>
              </a:rPr>
              <a:t>, </a:t>
            </a:r>
            <a:r>
              <a:rPr lang="en-US" sz="1600" b="1" dirty="0" err="1">
                <a:solidFill>
                  <a:srgbClr val="00ADEE"/>
                </a:solidFill>
                <a:latin typeface="LucidaSansTypewriter-Bd"/>
              </a:rPr>
              <a:t>atof</a:t>
            </a:r>
            <a:r>
              <a:rPr lang="en-US" dirty="0">
                <a:solidFill>
                  <a:srgbClr val="242021"/>
                </a:solidFill>
                <a:latin typeface="GoudySans-Book"/>
              </a:rPr>
              <a:t>, </a:t>
            </a:r>
            <a:r>
              <a:rPr lang="en-US" sz="1600" b="1" dirty="0" err="1">
                <a:solidFill>
                  <a:srgbClr val="00ADEE"/>
                </a:solidFill>
                <a:latin typeface="LucidaSansTypewriter-Bd"/>
              </a:rPr>
              <a:t>atol</a:t>
            </a:r>
            <a:r>
              <a:rPr lang="en-US" dirty="0">
                <a:solidFill>
                  <a:srgbClr val="242021"/>
                </a:solidFill>
                <a:latin typeface="GoudySans-Book"/>
              </a:rPr>
              <a:t>, and </a:t>
            </a:r>
            <a:r>
              <a:rPr lang="en-US" sz="1600" b="1" dirty="0" err="1">
                <a:solidFill>
                  <a:srgbClr val="00ADEE"/>
                </a:solidFill>
                <a:latin typeface="LucidaSansTypewriter-Bd"/>
              </a:rPr>
              <a:t>itoa</a:t>
            </a:r>
            <a:r>
              <a:rPr lang="en-US" sz="1600" b="1" dirty="0">
                <a:solidFill>
                  <a:srgbClr val="00ADEE"/>
                </a:solidFill>
                <a:latin typeface="LucidaSansTypewriter-Bd"/>
              </a:rPr>
              <a:t> </a:t>
            </a:r>
            <a:r>
              <a:rPr lang="en-US" dirty="0">
                <a:solidFill>
                  <a:srgbClr val="242021"/>
                </a:solidFill>
                <a:latin typeface="GoudySans-Book"/>
              </a:rPr>
              <a:t>are defined in the </a:t>
            </a:r>
            <a:r>
              <a:rPr lang="en-US" sz="1600" b="1" dirty="0" err="1">
                <a:solidFill>
                  <a:srgbClr val="00ADEE"/>
                </a:solidFill>
                <a:latin typeface="LucidaSansTypewriter-Bd"/>
              </a:rPr>
              <a:t>cstdlib</a:t>
            </a:r>
            <a:r>
              <a:rPr lang="en-US" sz="1600" b="1" dirty="0">
                <a:solidFill>
                  <a:srgbClr val="00ADEE"/>
                </a:solidFill>
                <a:latin typeface="LucidaSansTypewriter-Bd"/>
              </a:rPr>
              <a:t> </a:t>
            </a:r>
            <a:r>
              <a:rPr lang="en-US" dirty="0">
                <a:solidFill>
                  <a:srgbClr val="242021"/>
                </a:solidFill>
                <a:latin typeface="GoudySans-Book"/>
              </a:rPr>
              <a:t>function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550452-C923-4B17-9434-BAD0D3AA5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3" y="1718170"/>
            <a:ext cx="774382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58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 Operations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A5BE0F-85A2-4D11-A4E0-A4BA42AE8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925667"/>
            <a:ext cx="6943725" cy="528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8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1D7A56-4D54-4EC2-A893-7E63325A73B5}"/>
              </a:ext>
            </a:extLst>
          </p:cNvPr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 Light" panose="020F0302020204030204" pitchFamily="34" charset="0"/>
              </a:rPr>
              <a:t>Strings Operations</a:t>
            </a:r>
            <a:endParaRPr lang="en-US" sz="4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558EEC-2ACF-4F00-B6A8-8631E0685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45" y="901839"/>
            <a:ext cx="1781175" cy="276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94AC1A-A31A-473F-BC4E-2783249C760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024187" y="959406"/>
            <a:ext cx="2500313" cy="52345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E338A4-833E-4498-B9D5-F493E553C48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024187" y="1686342"/>
            <a:ext cx="3957638" cy="52345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8352C5-3F1D-40DD-8226-BC5BB4D50413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0" y="2413278"/>
            <a:ext cx="7258050" cy="374636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0055DC-B928-478D-830E-DCEA574D9D52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9242107" y="4486274"/>
            <a:ext cx="1540193" cy="1762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7B2613-7A84-4D98-B6E0-36ACD2790D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1385" y="1378770"/>
            <a:ext cx="4870615" cy="280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450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2368</TotalTime>
  <Words>560</Words>
  <Application>Microsoft Office PowerPoint</Application>
  <PresentationFormat>Widescreen</PresentationFormat>
  <Paragraphs>240</Paragraphs>
  <Slides>54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Arial</vt:lpstr>
      <vt:lpstr>Calibri</vt:lpstr>
      <vt:lpstr>Calibri Light</vt:lpstr>
      <vt:lpstr>GoudySans-Book</vt:lpstr>
      <vt:lpstr>LucidaSansTypewriter-Bd</vt:lpstr>
      <vt:lpstr>Times New Roman</vt:lpstr>
      <vt:lpstr>Times-Roman</vt:lpstr>
      <vt:lpstr>Office Theme</vt:lpstr>
      <vt:lpstr>Data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mudassar raza</dc:creator>
  <cp:lastModifiedBy>Mudassar Raza</cp:lastModifiedBy>
  <cp:revision>87</cp:revision>
  <dcterms:created xsi:type="dcterms:W3CDTF">2020-05-19T18:19:41Z</dcterms:created>
  <dcterms:modified xsi:type="dcterms:W3CDTF">2026-02-25T22:24:35Z</dcterms:modified>
</cp:coreProperties>
</file>