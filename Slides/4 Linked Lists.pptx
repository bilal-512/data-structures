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257" r:id="rId2"/>
    <p:sldId id="258" r:id="rId3"/>
    <p:sldId id="262" r:id="rId4"/>
    <p:sldId id="259" r:id="rId5"/>
    <p:sldId id="261" r:id="rId6"/>
    <p:sldId id="263" r:id="rId7"/>
    <p:sldId id="264" r:id="rId8"/>
    <p:sldId id="266" r:id="rId9"/>
    <p:sldId id="267" r:id="rId10"/>
    <p:sldId id="268" r:id="rId11"/>
    <p:sldId id="269" r:id="rId12"/>
    <p:sldId id="265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3" r:id="rId26"/>
    <p:sldId id="284" r:id="rId27"/>
    <p:sldId id="285" r:id="rId28"/>
    <p:sldId id="281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A5D430B-9103-41AC-9C46-9389768018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C40D0-1BEF-497D-9B7D-1B411C08ACE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05A6D-0304-4A79-AA38-5313A5D7B895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AF851F-BDD8-4C9C-85E2-BD54A9BB77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086BB9-C89B-425C-B7CF-B72BC8B77A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73CAE-E154-4F95-B6A2-112072D2D4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8092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D1E4D-481E-4B7F-BF08-34B3E3B8B6B2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E04C5-1AD6-4988-801F-A2CA2774D8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67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2DDCDBD7-96EA-4F50-A803-9E1B5ADF65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8939C58C-7A32-4947-918F-CEF82CC5A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903B8912-9F81-41C3-9FBC-3605D30051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E672888-03EF-4C67-A8C8-7633F664C2C8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20324-9583-4931-B301-22FE45197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25CD17-CF46-4C89-93F3-0E01AB19C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0B69A7-91FA-4C72-8F87-893FA867E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4867AB-E02D-43BA-A5A1-9FDAF6CBA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508AA-1A84-4BA7-BD94-37D3C8F40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32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1D910-D9BF-4208-8BC4-9AC7DB39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16525-931B-4057-AE91-62FCE36EA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8ED9E-30BE-4DFA-A93D-8900BB599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A37BC-2661-4EB1-968A-49E4A46B7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8590E4-67F3-4FE5-A098-2101C739D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6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8AFD3-672C-4BF9-8930-5F44559E2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A1EBB-625D-4773-A80B-F635E0904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28B84-2AB6-4B56-959E-7BC8E6F63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72ACB-6193-404D-ADFA-F4B819419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DABBDD-A0B1-45C4-B75B-76297414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89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F6069-56B3-4FC6-8EE4-C28CEA21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F3F5-ECA2-4F70-B814-C8115D265A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A2BF04-BCEA-41A7-8A8C-2BCFE56F84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8934DB-4059-42F1-86AC-F411773FF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3F1A4-29CE-4385-94AA-77451DE6C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A5AEF9-F781-449F-87DA-70B49DD1E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FB1D2D-3BD3-47B4-AD78-6D25285A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79DA15-C772-4608-9B44-8BCD7D713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6A88F-93C7-4913-B4EA-C0F984F82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7CEC7-8CCF-4112-BD7F-1D6A5864B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797A5-B9F4-490C-8351-E0CF9F8ABA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000BE-87D9-45D5-B739-2A268CBB7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09005F-90B1-4BFC-8192-00C58B8F7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B99AE8-AC33-4EF1-849C-0D5CE2723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57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1947-1E8B-4E92-A609-FBD5E84E2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CD9989-0646-446B-ADA1-1618098BA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3BEC44-CD14-440B-BB85-3BE409A74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2AAC0C-7F9F-433C-B73B-DBA81B926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597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961185-5E71-4386-8B21-FCC2FBB8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FFC38-AC0B-477B-92CB-823D45A61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7B7ED-B011-43A5-81DA-79798E23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922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83D34-D1AA-4E81-88C0-24A9A23B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4C757-37B5-495F-8785-D59FBAA6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B49C64-2140-474C-850C-48C5C2C6E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CCE6C3-F24C-45ED-92C5-C694EE2B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A1362-A5D0-4298-9A73-5427D2B2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8DC8A6-CA99-4487-A4A3-D6A9CE2F3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67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B95E6-F4AF-49CD-A1C9-075A0FA7C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931823-2673-4013-AE1B-BD24C633B3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065020-2446-4902-A6D5-BEF67B64E0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136CF2-E592-42BE-92F1-6EA2A88CB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4EA11-76F2-4453-89C9-DD1609168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F59D3-4C3F-4355-A488-E501C9D57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9764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70C8E-4F9C-4817-898B-0F1BA7BAE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269786-5FD1-45FA-B842-25724B2A3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69C04-49C1-45EA-BE6B-5A6922DA6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33588E-C084-4B96-ACA7-1F9197215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BEBEC1-516C-4124-8DDA-CA2E1AC6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449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889BD9-B30F-4C26-BCA4-83A0B04727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7142A-C50D-46EC-85FF-B0CAD94AE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B10D6-0E33-4FC7-849D-A4209857A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40316-D7EC-4FC9-8D29-690B81F91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03A542-BEAC-4AAE-A646-2B9F19D11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549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89E64-E808-411E-B8B8-5139C250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006DA0-C6FC-48D4-9DFC-223B660F4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EDA12-10E7-47B9-AA62-46B2A4A8C9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B982-085A-4015-80CE-A2346F69677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3E3C1-5F85-443D-9CDD-0C6B8108F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CD8B9-DB2A-4218-B14B-14F5AE96B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0C8223-724F-454B-B2EC-E9021496D07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FE1FB9-FDF9-4AC9-ABFA-D027DF39DF3D}"/>
              </a:ext>
            </a:extLst>
          </p:cNvPr>
          <p:cNvSpPr/>
          <p:nvPr userDrawn="1"/>
        </p:nvSpPr>
        <p:spPr>
          <a:xfrm>
            <a:off x="0" y="6547876"/>
            <a:ext cx="12192000" cy="319088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D72819-C542-48BA-9CFB-AEEEC59CB872}"/>
              </a:ext>
            </a:extLst>
          </p:cNvPr>
          <p:cNvSpPr txBox="1"/>
          <p:nvPr userDrawn="1"/>
        </p:nvSpPr>
        <p:spPr>
          <a:xfrm>
            <a:off x="10085293" y="6538912"/>
            <a:ext cx="2106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By: Dr. Mudassar Raza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9C1A7F-191D-49CE-8BD1-83C425E9F6D3}"/>
              </a:ext>
            </a:extLst>
          </p:cNvPr>
          <p:cNvSpPr/>
          <p:nvPr userDrawn="1"/>
        </p:nvSpPr>
        <p:spPr>
          <a:xfrm>
            <a:off x="0" y="0"/>
            <a:ext cx="12192000" cy="707886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254202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3000">
                <a:schemeClr val="bg1">
                  <a:alpha val="64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EEF706-333D-4DF6-9A94-C7C18B3D46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4749" y="893700"/>
            <a:ext cx="4023360" cy="1373747"/>
          </a:xfrm>
        </p:spPr>
        <p:txBody>
          <a:bodyPr anchor="b">
            <a:normAutofit fontScale="90000"/>
          </a:bodyPr>
          <a:lstStyle/>
          <a:p>
            <a:pPr algn="l" eaLnBrk="1" hangingPunct="1">
              <a:defRPr/>
            </a:pP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7D151-7439-41F2-9610-544F3CB8A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169" y="4715043"/>
            <a:ext cx="4023359" cy="1464106"/>
          </a:xfrm>
        </p:spPr>
        <p:txBody>
          <a:bodyPr>
            <a:normAutofit fontScale="92500" lnSpcReduction="20000"/>
          </a:bodyPr>
          <a:lstStyle/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Mudassar Raza</a:t>
            </a:r>
          </a:p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</a:t>
            </a:r>
          </a:p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</a:t>
            </a:r>
          </a:p>
          <a:p>
            <a:pPr algn="l">
              <a:defRPr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Namal University Mianwali</a:t>
            </a:r>
          </a:p>
          <a:p>
            <a:pPr algn="l" eaLnBrk="1" hangingPunct="1">
              <a:defRPr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A56F92-5290-4838-9496-0B9D25C039EF}"/>
              </a:ext>
            </a:extLst>
          </p:cNvPr>
          <p:cNvSpPr txBox="1">
            <a:spLocks/>
          </p:cNvSpPr>
          <p:nvPr/>
        </p:nvSpPr>
        <p:spPr bwMode="auto">
          <a:xfrm>
            <a:off x="458169" y="2716047"/>
            <a:ext cx="3932046" cy="2086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Linked Lists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spcAft>
                <a:spcPts val="600"/>
              </a:spcAft>
              <a:defRPr/>
            </a:pP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Linked 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Problem </a:t>
            </a:r>
            <a:r>
              <a:rPr lang="en-US" b="1" dirty="0"/>
              <a:t>with Arrays:</a:t>
            </a:r>
          </a:p>
          <a:p>
            <a:pPr lvl="1"/>
            <a:r>
              <a:rPr lang="en-US" dirty="0"/>
              <a:t>Fixed size</a:t>
            </a:r>
          </a:p>
          <a:p>
            <a:pPr lvl="1"/>
            <a:r>
              <a:rPr lang="en-US" dirty="0"/>
              <a:t>Memory wastage</a:t>
            </a:r>
          </a:p>
          <a:p>
            <a:pPr lvl="1"/>
            <a:r>
              <a:rPr lang="en-US" dirty="0"/>
              <a:t>Difficult insertion/deletion (shifting required</a:t>
            </a:r>
            <a:r>
              <a:rPr lang="en-US" dirty="0" smtClean="0"/>
              <a:t>)</a:t>
            </a:r>
          </a:p>
          <a:p>
            <a:pPr lvl="1"/>
            <a:r>
              <a:rPr lang="en-US" dirty="0"/>
              <a:t>Insertion/Deletion is costly in arrays</a:t>
            </a:r>
          </a:p>
          <a:p>
            <a:pPr lvl="1"/>
            <a:r>
              <a:rPr lang="en-US" dirty="0"/>
              <a:t>Linked Lists allow dynamic memory allocation</a:t>
            </a:r>
          </a:p>
          <a:p>
            <a:r>
              <a:rPr lang="en-US" b="1" dirty="0" smtClean="0"/>
              <a:t>Linked </a:t>
            </a:r>
            <a:r>
              <a:rPr lang="en-US" b="1" dirty="0"/>
              <a:t>List Solution:</a:t>
            </a:r>
          </a:p>
          <a:p>
            <a:pPr lvl="1"/>
            <a:r>
              <a:rPr lang="en-US" dirty="0"/>
              <a:t>Dynamic size</a:t>
            </a:r>
          </a:p>
          <a:p>
            <a:pPr lvl="1"/>
            <a:r>
              <a:rPr lang="en-US" dirty="0"/>
              <a:t>Efficient insertion/deletion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Non-contiguous memory </a:t>
            </a:r>
            <a:r>
              <a:rPr lang="en-US" dirty="0"/>
              <a:t>allocation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56796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Singly Linked List?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 linear data structure where:</a:t>
            </a:r>
          </a:p>
          <a:p>
            <a:r>
              <a:rPr lang="en-US" dirty="0"/>
              <a:t>Each node contains:</a:t>
            </a:r>
          </a:p>
          <a:p>
            <a:pPr lvl="1"/>
            <a:r>
              <a:rPr lang="en-US" dirty="0"/>
              <a:t>Data</a:t>
            </a:r>
          </a:p>
          <a:p>
            <a:pPr lvl="1"/>
            <a:r>
              <a:rPr lang="en-US" dirty="0"/>
              <a:t>Pointer to next node</a:t>
            </a:r>
          </a:p>
          <a:p>
            <a:r>
              <a:rPr lang="en-US" dirty="0"/>
              <a:t>Last node points to NULL</a:t>
            </a:r>
          </a:p>
          <a:p>
            <a:pPr lvl="1"/>
            <a:endParaRPr lang="en-US" dirty="0" smtClean="0"/>
          </a:p>
        </p:txBody>
      </p:sp>
      <p:sp>
        <p:nvSpPr>
          <p:cNvPr id="5" name="Rounded Rectangle 4"/>
          <p:cNvSpPr/>
          <p:nvPr/>
        </p:nvSpPr>
        <p:spPr>
          <a:xfrm>
            <a:off x="3200400" y="475297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475297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475297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30 | next</a:t>
            </a:r>
          </a:p>
        </p:txBody>
      </p:sp>
      <p:cxnSp>
        <p:nvCxnSpPr>
          <p:cNvPr id="9" name="Straight Arrow Connector 8"/>
          <p:cNvCxnSpPr>
            <a:stCxn id="5" idx="3"/>
            <a:endCxn id="6" idx="1"/>
          </p:cNvCxnSpPr>
          <p:nvPr/>
        </p:nvCxnSpPr>
        <p:spPr>
          <a:xfrm>
            <a:off x="4572000" y="521017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7" idx="1"/>
          </p:cNvCxnSpPr>
          <p:nvPr/>
        </p:nvCxnSpPr>
        <p:spPr>
          <a:xfrm>
            <a:off x="6400800" y="5210175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7" idx="3"/>
          </p:cNvCxnSpPr>
          <p:nvPr/>
        </p:nvCxnSpPr>
        <p:spPr>
          <a:xfrm>
            <a:off x="8229600" y="5210175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467850" y="502550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5900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Definition (From Code)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3" y="1890713"/>
            <a:ext cx="3786346" cy="253841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62" y="2369344"/>
            <a:ext cx="3667125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827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 Operations</a:t>
            </a:r>
            <a:endParaRPr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466850"/>
            <a:ext cx="5562600" cy="36195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915275" y="3738860"/>
            <a:ext cx="16192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1. Insert</a:t>
            </a:r>
            <a:br>
              <a:rPr lang="en-US" dirty="0"/>
            </a:br>
            <a:r>
              <a:rPr lang="en-US" dirty="0"/>
              <a:t>2. Delete</a:t>
            </a:r>
            <a:br>
              <a:rPr lang="en-US" dirty="0"/>
            </a:br>
            <a:r>
              <a:rPr lang="en-US" dirty="0"/>
              <a:t>3. Display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0700" y="4200525"/>
            <a:ext cx="2095500" cy="1771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53550" y="2833093"/>
            <a:ext cx="2838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 smtClean="0"/>
              <a:t>Insert at the beginning</a:t>
            </a:r>
          </a:p>
          <a:p>
            <a:pPr marL="342900" indent="-342900">
              <a:buAutoNum type="arabicPeriod"/>
            </a:pPr>
            <a:r>
              <a:rPr lang="en-US" dirty="0" smtClean="0"/>
              <a:t>Insert at last</a:t>
            </a:r>
          </a:p>
          <a:p>
            <a:pPr marL="342900" indent="-342900">
              <a:buAutoNum type="arabicPeriod"/>
            </a:pPr>
            <a:r>
              <a:rPr lang="en-US" dirty="0" smtClean="0"/>
              <a:t>Insert after specific node</a:t>
            </a:r>
          </a:p>
          <a:p>
            <a:pPr marL="342900" indent="-342900">
              <a:buAutoNum type="arabicPeriod"/>
            </a:pPr>
            <a:r>
              <a:rPr lang="en-US" dirty="0" smtClean="0"/>
              <a:t>Insert after specific node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105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Main Program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915275" y="3738860"/>
            <a:ext cx="161925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1. Insert</a:t>
            </a:r>
            <a:br>
              <a:rPr lang="en-US" dirty="0"/>
            </a:br>
            <a:r>
              <a:rPr lang="en-US" dirty="0"/>
              <a:t>2. Delete</a:t>
            </a:r>
            <a:br>
              <a:rPr lang="en-US" dirty="0"/>
            </a:br>
            <a:r>
              <a:rPr lang="en-US" dirty="0"/>
              <a:t>3. Display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37" y="785812"/>
            <a:ext cx="10225088" cy="5744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76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899" y="0"/>
            <a:ext cx="7000875" cy="686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33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328737"/>
            <a:ext cx="7058025" cy="204787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810125" y="536923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38925" y="536923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67725" y="536923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8" name="Straight Arrow Connector 7"/>
          <p:cNvCxnSpPr>
            <a:stCxn id="5" idx="3"/>
            <a:endCxn id="6" idx="1"/>
          </p:cNvCxnSpPr>
          <p:nvPr/>
        </p:nvCxnSpPr>
        <p:spPr>
          <a:xfrm>
            <a:off x="6181725" y="582643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3"/>
            <a:endCxn id="7" idx="1"/>
          </p:cNvCxnSpPr>
          <p:nvPr/>
        </p:nvCxnSpPr>
        <p:spPr>
          <a:xfrm>
            <a:off x="8010525" y="582643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7" idx="3"/>
          </p:cNvCxnSpPr>
          <p:nvPr/>
        </p:nvCxnSpPr>
        <p:spPr>
          <a:xfrm>
            <a:off x="9839325" y="5826433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077575" y="56417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009649" y="1581150"/>
            <a:ext cx="6791325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512404" y="420135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--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----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769579" y="374308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2981325" y="528449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--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----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3238500" y="48262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5067300" y="4746421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3225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328737"/>
            <a:ext cx="7058025" cy="20478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9649" y="1839568"/>
            <a:ext cx="6791325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512404" y="420135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769579" y="374308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4810125" y="5379172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38925" y="5379172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67725" y="5379172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17" name="Straight Arrow Connector 16"/>
          <p:cNvCxnSpPr>
            <a:stCxn id="14" idx="3"/>
            <a:endCxn id="15" idx="1"/>
          </p:cNvCxnSpPr>
          <p:nvPr/>
        </p:nvCxnSpPr>
        <p:spPr>
          <a:xfrm>
            <a:off x="6181725" y="5836372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5" idx="3"/>
            <a:endCxn id="16" idx="1"/>
          </p:cNvCxnSpPr>
          <p:nvPr/>
        </p:nvCxnSpPr>
        <p:spPr>
          <a:xfrm>
            <a:off x="8010525" y="5836372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16" idx="3"/>
          </p:cNvCxnSpPr>
          <p:nvPr/>
        </p:nvCxnSpPr>
        <p:spPr>
          <a:xfrm>
            <a:off x="9839325" y="5836372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981325" y="5294434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1" name="TextBox 20"/>
          <p:cNvSpPr txBox="1"/>
          <p:nvPr/>
        </p:nvSpPr>
        <p:spPr>
          <a:xfrm>
            <a:off x="3238500" y="48361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067300" y="4756360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1077575" y="56417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898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328737"/>
            <a:ext cx="7058025" cy="20478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9649" y="2117862"/>
            <a:ext cx="6791325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512404" y="420135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769579" y="374308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171618" y="447388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2" idx="3"/>
            <a:endCxn id="14" idx="1"/>
          </p:cNvCxnSpPr>
          <p:nvPr/>
        </p:nvCxnSpPr>
        <p:spPr>
          <a:xfrm>
            <a:off x="2884004" y="4658553"/>
            <a:ext cx="2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71618" y="405068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4810125" y="536923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8925" y="536923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7725" y="536923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6181725" y="582643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8010525" y="582643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9839325" y="5826433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981325" y="528449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3238500" y="48262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067300" y="4746421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cxnSp>
        <p:nvCxnSpPr>
          <p:cNvPr id="28" name="Straight Arrow Connector 27"/>
          <p:cNvCxnSpPr>
            <a:stCxn id="24" idx="3"/>
            <a:endCxn id="18" idx="1"/>
          </p:cNvCxnSpPr>
          <p:nvPr/>
        </p:nvCxnSpPr>
        <p:spPr>
          <a:xfrm>
            <a:off x="4352925" y="5741695"/>
            <a:ext cx="457200" cy="84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1077575" y="56417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37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1328737"/>
            <a:ext cx="7058025" cy="20478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09649" y="2386215"/>
            <a:ext cx="6791325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1512404" y="420135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1769579" y="374308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171618" y="447388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2" idx="3"/>
            <a:endCxn id="14" idx="1"/>
          </p:cNvCxnSpPr>
          <p:nvPr/>
        </p:nvCxnSpPr>
        <p:spPr>
          <a:xfrm>
            <a:off x="2884004" y="4658553"/>
            <a:ext cx="2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769579" y="340261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4810125" y="536923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38925" y="536923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67725" y="536923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6181725" y="582643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8010525" y="5826433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9839325" y="5826433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2981325" y="528449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3238500" y="48262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698391" y="46585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cxnSp>
        <p:nvCxnSpPr>
          <p:cNvPr id="27" name="Straight Arrow Connector 26"/>
          <p:cNvCxnSpPr>
            <a:stCxn id="24" idx="3"/>
            <a:endCxn id="18" idx="1"/>
          </p:cNvCxnSpPr>
          <p:nvPr/>
        </p:nvCxnSpPr>
        <p:spPr>
          <a:xfrm>
            <a:off x="4352925" y="5741695"/>
            <a:ext cx="457200" cy="847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1077575" y="56417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625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4344" y="180491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--</a:t>
            </a:r>
            <a:r>
              <a:rPr dirty="0" smtClean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351519" y="134664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3" idx="3"/>
          </p:cNvCxnSpPr>
          <p:nvPr/>
        </p:nvCxnSpPr>
        <p:spPr>
          <a:xfrm>
            <a:off x="7465944" y="2262113"/>
            <a:ext cx="2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71831" y="66554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--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1106736"/>
            <a:ext cx="5318677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0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4344" y="180491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351519" y="134664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3" idx="3"/>
          </p:cNvCxnSpPr>
          <p:nvPr/>
        </p:nvCxnSpPr>
        <p:spPr>
          <a:xfrm>
            <a:off x="7465944" y="2262113"/>
            <a:ext cx="2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71831" y="66554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1375089"/>
            <a:ext cx="5318677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326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4344" y="180491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351519" y="134664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753558" y="207744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3" idx="3"/>
          </p:cNvCxnSpPr>
          <p:nvPr/>
        </p:nvCxnSpPr>
        <p:spPr>
          <a:xfrm>
            <a:off x="7465944" y="2262113"/>
            <a:ext cx="2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71831" y="665542"/>
            <a:ext cx="1114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</a:p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592298" y="424884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1663325"/>
            <a:ext cx="5318677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5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4344" y="180491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351519" y="134664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753558" y="207744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3" idx="3"/>
          </p:cNvCxnSpPr>
          <p:nvPr/>
        </p:nvCxnSpPr>
        <p:spPr>
          <a:xfrm>
            <a:off x="7465944" y="2262113"/>
            <a:ext cx="2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671831" y="665542"/>
            <a:ext cx="1114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head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592298" y="424884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2190099"/>
            <a:ext cx="5318677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805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94344" y="1804913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6351519" y="134664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7753558" y="207744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16" name="Straight Arrow Connector 15"/>
          <p:cNvCxnSpPr>
            <a:stCxn id="13" idx="3"/>
          </p:cNvCxnSpPr>
          <p:nvPr/>
        </p:nvCxnSpPr>
        <p:spPr>
          <a:xfrm>
            <a:off x="7465944" y="2262113"/>
            <a:ext cx="2876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1518" y="108014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592298" y="424884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2458452"/>
            <a:ext cx="5318677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671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592298" y="424884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2190099"/>
            <a:ext cx="5318677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67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592298" y="424884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2776502"/>
            <a:ext cx="5318677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38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592298" y="424884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3044856"/>
            <a:ext cx="5318677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248438" y="515587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026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592298" y="424884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3303272"/>
            <a:ext cx="5869056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248438" y="515587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777451" y="3257790"/>
            <a:ext cx="494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//while(temp-&gt;next != NULL) temp= temp-next;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8963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9592298" y="424884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3303272"/>
            <a:ext cx="5869056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5245169" y="5134960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777451" y="3257790"/>
            <a:ext cx="494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//while(temp-&gt;next != NULL) temp= temp-next;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3454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50208"/>
            <a:ext cx="6267450" cy="390525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9912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200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8864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43628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6191664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</p:cNvCxnSpPr>
          <p:nvPr/>
        </p:nvCxnSpPr>
        <p:spPr>
          <a:xfrm>
            <a:off x="8020464" y="593847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41962" y="397631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5" name="TextBox 24"/>
          <p:cNvSpPr txBox="1"/>
          <p:nvPr/>
        </p:nvSpPr>
        <p:spPr>
          <a:xfrm>
            <a:off x="7999137" y="351804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248439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9258714" y="5753804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592298" y="4248849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9113562" y="443351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674619" y="3303272"/>
            <a:ext cx="5869056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6967951" y="5132076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6777451" y="3257790"/>
            <a:ext cx="4940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//while(temp-&gt;next != NULL) temp= temp-next;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264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53670" y="997785"/>
            <a:ext cx="1114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head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2608" y="997101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353425" y="6095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1: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990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53670" y="997785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temp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head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2608" y="997101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353425" y="6095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1: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4355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53670" y="997785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temp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head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2608" y="1255515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353425" y="6095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1: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4063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53670" y="997785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temp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head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2608" y="1831980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353425" y="6095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1: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524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53670" y="997785"/>
            <a:ext cx="1114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temp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head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NULL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22608" y="2348810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8353425" y="609567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1: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311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322608" y="718809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31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2004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997101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4766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762004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1265456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86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90801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1533810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2587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590801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1285334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36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99114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1513932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6382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99114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1285334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53425" y="1236953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Key Matched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237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99114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1812108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53425" y="1236953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Key Matched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3268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99114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3203586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53425" y="1236953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Key Matched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720346" y="545417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--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977521" y="499590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25" idx="3"/>
          </p:cNvCxnSpPr>
          <p:nvPr/>
        </p:nvCxnSpPr>
        <p:spPr>
          <a:xfrm>
            <a:off x="10091946" y="591137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963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99114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3471944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53425" y="1236953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Key Matched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720346" y="5454175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45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977521" y="499590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cxnSp>
        <p:nvCxnSpPr>
          <p:cNvPr id="32" name="Straight Arrow Connector 31"/>
          <p:cNvCxnSpPr>
            <a:stCxn id="25" idx="3"/>
            <a:endCxn id="30" idx="1"/>
          </p:cNvCxnSpPr>
          <p:nvPr/>
        </p:nvCxnSpPr>
        <p:spPr>
          <a:xfrm>
            <a:off x="10091946" y="5911375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0832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0" idx="3"/>
            <a:endCxn id="24" idx="1"/>
          </p:cNvCxnSpPr>
          <p:nvPr/>
        </p:nvCxnSpPr>
        <p:spPr>
          <a:xfrm flipV="1">
            <a:off x="5525748" y="5938368"/>
            <a:ext cx="436492" cy="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99114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3750238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53425" y="1236953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Key Matched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14884" y="4052087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45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372059" y="3593820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cxnSp>
        <p:nvCxnSpPr>
          <p:cNvPr id="6" name="Straight Connector 5"/>
          <p:cNvCxnSpPr>
            <a:stCxn id="25" idx="3"/>
          </p:cNvCxnSpPr>
          <p:nvPr/>
        </p:nvCxnSpPr>
        <p:spPr>
          <a:xfrm flipV="1">
            <a:off x="9486484" y="4502426"/>
            <a:ext cx="323438" cy="6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819861" y="4502426"/>
            <a:ext cx="19878" cy="639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6669157" y="5141653"/>
            <a:ext cx="32103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24" idx="0"/>
          </p:cNvCxnSpPr>
          <p:nvPr/>
        </p:nvCxnSpPr>
        <p:spPr>
          <a:xfrm flipH="1">
            <a:off x="6648040" y="5141653"/>
            <a:ext cx="21117" cy="339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214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965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10 |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253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20 | next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4148" y="5481270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smtClean="0"/>
              <a:t>3</a:t>
            </a:r>
            <a:r>
              <a:rPr lang="en-US" dirty="0" smtClean="0"/>
              <a:t>1</a:t>
            </a:r>
            <a:r>
              <a:rPr dirty="0" smtClean="0"/>
              <a:t> </a:t>
            </a:r>
            <a:r>
              <a:rPr dirty="0"/>
              <a:t>| next</a:t>
            </a:r>
          </a:p>
        </p:txBody>
      </p:sp>
      <p:cxnSp>
        <p:nvCxnSpPr>
          <p:cNvPr id="21" name="Straight Arrow Connector 20"/>
          <p:cNvCxnSpPr>
            <a:stCxn id="18" idx="3"/>
            <a:endCxn id="19" idx="1"/>
          </p:cNvCxnSpPr>
          <p:nvPr/>
        </p:nvCxnSpPr>
        <p:spPr>
          <a:xfrm>
            <a:off x="18681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9" idx="3"/>
            <a:endCxn id="20" idx="1"/>
          </p:cNvCxnSpPr>
          <p:nvPr/>
        </p:nvCxnSpPr>
        <p:spPr>
          <a:xfrm>
            <a:off x="3696948" y="5938470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62240" y="5481168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30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753723" y="4911428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head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7812576" y="5753702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en-US" dirty="0"/>
          </a:p>
        </p:txBody>
      </p:sp>
      <p:cxnSp>
        <p:nvCxnSpPr>
          <p:cNvPr id="31" name="Straight Arrow Connector 30"/>
          <p:cNvCxnSpPr>
            <a:stCxn id="24" idx="3"/>
            <a:endCxn id="29" idx="1"/>
          </p:cNvCxnSpPr>
          <p:nvPr/>
        </p:nvCxnSpPr>
        <p:spPr>
          <a:xfrm>
            <a:off x="7333840" y="5938368"/>
            <a:ext cx="4787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" y="731041"/>
            <a:ext cx="8077200" cy="4200525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99114" y="5141653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temp</a:t>
            </a:r>
            <a:endParaRPr lang="en-US" dirty="0"/>
          </a:p>
        </p:txBody>
      </p:sp>
      <p:sp>
        <p:nvSpPr>
          <p:cNvPr id="34" name="Rectangle 33"/>
          <p:cNvSpPr/>
          <p:nvPr/>
        </p:nvSpPr>
        <p:spPr>
          <a:xfrm>
            <a:off x="322608" y="3978836"/>
            <a:ext cx="7759768" cy="323850"/>
          </a:xfrm>
          <a:prstGeom prst="rect">
            <a:avLst/>
          </a:prstGeom>
          <a:solidFill>
            <a:schemeClr val="accent4">
              <a:lumMod val="20000"/>
              <a:lumOff val="80000"/>
              <a:alpha val="36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8353425" y="609567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Case 2: Key=31, value-45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8353425" y="1236953"/>
            <a:ext cx="2709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Key Matched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8114884" y="4052087"/>
            <a:ext cx="13716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smtClean="0"/>
              <a:t>45</a:t>
            </a:r>
            <a:r>
              <a:rPr dirty="0" smtClean="0"/>
              <a:t> </a:t>
            </a:r>
            <a:r>
              <a:rPr dirty="0"/>
              <a:t>| </a:t>
            </a:r>
            <a:r>
              <a:rPr lang="en-US" dirty="0" smtClean="0"/>
              <a:t>next</a:t>
            </a:r>
            <a:endParaRPr dirty="0"/>
          </a:p>
        </p:txBody>
      </p:sp>
      <p:sp>
        <p:nvSpPr>
          <p:cNvPr id="28" name="TextBox 27"/>
          <p:cNvSpPr txBox="1"/>
          <p:nvPr/>
        </p:nvSpPr>
        <p:spPr>
          <a:xfrm>
            <a:off x="8372059" y="3593820"/>
            <a:ext cx="1114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newNode</a:t>
            </a:r>
            <a:endParaRPr lang="en-US" dirty="0"/>
          </a:p>
        </p:txBody>
      </p:sp>
      <p:cxnSp>
        <p:nvCxnSpPr>
          <p:cNvPr id="6" name="Straight Connector 5"/>
          <p:cNvCxnSpPr>
            <a:stCxn id="25" idx="3"/>
          </p:cNvCxnSpPr>
          <p:nvPr/>
        </p:nvCxnSpPr>
        <p:spPr>
          <a:xfrm flipV="1">
            <a:off x="9486484" y="4502426"/>
            <a:ext cx="323438" cy="68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9819861" y="4502426"/>
            <a:ext cx="19878" cy="6392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H="1">
            <a:off x="6669158" y="5141653"/>
            <a:ext cx="317058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endCxn id="24" idx="0"/>
          </p:cNvCxnSpPr>
          <p:nvPr/>
        </p:nvCxnSpPr>
        <p:spPr>
          <a:xfrm flipH="1">
            <a:off x="6648040" y="5141653"/>
            <a:ext cx="21117" cy="339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>
            <a:stCxn id="20" idx="3"/>
          </p:cNvCxnSpPr>
          <p:nvPr/>
        </p:nvCxnSpPr>
        <p:spPr>
          <a:xfrm flipV="1">
            <a:off x="5525748" y="5938368"/>
            <a:ext cx="209130" cy="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H="1" flipV="1">
            <a:off x="5734878" y="4681330"/>
            <a:ext cx="19879" cy="12570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25" idx="1"/>
          </p:cNvCxnSpPr>
          <p:nvPr/>
        </p:nvCxnSpPr>
        <p:spPr>
          <a:xfrm flipV="1">
            <a:off x="5734878" y="4509287"/>
            <a:ext cx="2380006" cy="1720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071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Insert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481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80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Delete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897007"/>
            <a:ext cx="10627612" cy="380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48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Delete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16834"/>
            <a:ext cx="8762398" cy="615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5380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225" y="-319385"/>
            <a:ext cx="10515600" cy="1325563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bg1"/>
                </a:solidFill>
              </a:rPr>
              <a:t>Delete Menu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3395"/>
            <a:ext cx="7640404" cy="639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15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2850</TotalTime>
  <Words>856</Words>
  <Application>Microsoft Office PowerPoint</Application>
  <PresentationFormat>Widescreen</PresentationFormat>
  <Paragraphs>356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Times New Roman</vt:lpstr>
      <vt:lpstr>Office Theme</vt:lpstr>
      <vt:lpstr>Data Structure</vt:lpstr>
      <vt:lpstr>Why Linked List?</vt:lpstr>
      <vt:lpstr>What is a Singly Linked List?</vt:lpstr>
      <vt:lpstr>Structure Definition (From Code)</vt:lpstr>
      <vt:lpstr>List Operations</vt:lpstr>
      <vt:lpstr>Main Program 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Insert Menu</vt:lpstr>
      <vt:lpstr>Delete Menu</vt:lpstr>
      <vt:lpstr>Delete Menu</vt:lpstr>
      <vt:lpstr>Delete Menu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mudassar raza</dc:creator>
  <cp:lastModifiedBy>Mudassar Raza</cp:lastModifiedBy>
  <cp:revision>102</cp:revision>
  <dcterms:created xsi:type="dcterms:W3CDTF">2020-05-19T18:19:41Z</dcterms:created>
  <dcterms:modified xsi:type="dcterms:W3CDTF">2026-03-03T04:50:47Z</dcterms:modified>
</cp:coreProperties>
</file>